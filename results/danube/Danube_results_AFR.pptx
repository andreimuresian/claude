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outside, standard</c:v>
                </c:pt>
              </c:strCache>
            </c:strRef>
          </c:tx>
          <c:spPr>
            <a:ln w="22225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7.95</c:v>
                </c:pt>
                <c:pt idx="29">
                  <c:v>8.05</c:v>
                </c:pt>
                <c:pt idx="30">
                  <c:v>8.15</c:v>
                </c:pt>
                <c:pt idx="31">
                  <c:v>8.25</c:v>
                </c:pt>
                <c:pt idx="32">
                  <c:v>8.35</c:v>
                </c:pt>
                <c:pt idx="33">
                  <c:v>8.45</c:v>
                </c:pt>
                <c:pt idx="34">
                  <c:v>8.55</c:v>
                </c:pt>
                <c:pt idx="35">
                  <c:v>8.65</c:v>
                </c:pt>
                <c:pt idx="36">
                  <c:v>8.75</c:v>
                </c:pt>
                <c:pt idx="37">
                  <c:v>8.85</c:v>
                </c:pt>
                <c:pt idx="38">
                  <c:v>8.95</c:v>
                </c:pt>
                <c:pt idx="39">
                  <c:v>9.05</c:v>
                </c:pt>
                <c:pt idx="40">
                  <c:v>9.15</c:v>
                </c:pt>
                <c:pt idx="41">
                  <c:v>9.25</c:v>
                </c:pt>
                <c:pt idx="42">
                  <c:v>9.35</c:v>
                </c:pt>
                <c:pt idx="43">
                  <c:v>9.45</c:v>
                </c:pt>
                <c:pt idx="44">
                  <c:v>9.55</c:v>
                </c:pt>
                <c:pt idx="45">
                  <c:v>9.65</c:v>
                </c:pt>
                <c:pt idx="46">
                  <c:v>9.75</c:v>
                </c:pt>
                <c:pt idx="47">
                  <c:v>9.85</c:v>
                </c:pt>
                <c:pt idx="48">
                  <c:v>9.95</c:v>
                </c:pt>
                <c:pt idx="49">
                  <c:v>10.05</c:v>
                </c:pt>
                <c:pt idx="50">
                  <c:v>10.15</c:v>
                </c:pt>
                <c:pt idx="51">
                  <c:v>10.25</c:v>
                </c:pt>
                <c:pt idx="52">
                  <c:v>10.35</c:v>
                </c:pt>
                <c:pt idx="53">
                  <c:v>10.45</c:v>
                </c:pt>
                <c:pt idx="54">
                  <c:v>10.55</c:v>
                </c:pt>
                <c:pt idx="55">
                  <c:v>10.65</c:v>
                </c:pt>
                <c:pt idx="56">
                  <c:v>10.75</c:v>
                </c:pt>
                <c:pt idx="57">
                  <c:v>10.85</c:v>
                </c:pt>
                <c:pt idx="58">
                  <c:v>10.95</c:v>
                </c:pt>
                <c:pt idx="59">
                  <c:v>11.05</c:v>
                </c:pt>
                <c:pt idx="60">
                  <c:v>11.15</c:v>
                </c:pt>
                <c:pt idx="61">
                  <c:v>11.25</c:v>
                </c:pt>
                <c:pt idx="62">
                  <c:v>11.35</c:v>
                </c:pt>
                <c:pt idx="63">
                  <c:v>11.45</c:v>
                </c:pt>
                <c:pt idx="64">
                  <c:v>11.55</c:v>
                </c:pt>
                <c:pt idx="65">
                  <c:v>11.65</c:v>
                </c:pt>
                <c:pt idx="66">
                  <c:v>11.75</c:v>
                </c:pt>
                <c:pt idx="67">
                  <c:v>11.85</c:v>
                </c:pt>
                <c:pt idx="68">
                  <c:v>11.95</c:v>
                </c:pt>
                <c:pt idx="69">
                  <c:v>12.05</c:v>
                </c:pt>
                <c:pt idx="70">
                  <c:v>12.15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0.00333</c:v>
                </c:pt>
                <c:pt idx="1">
                  <c:v>0.00317</c:v>
                </c:pt>
                <c:pt idx="2">
                  <c:v>0.00346</c:v>
                </c:pt>
                <c:pt idx="3">
                  <c:v>0.00442</c:v>
                </c:pt>
                <c:pt idx="4">
                  <c:v>0.00684</c:v>
                </c:pt>
                <c:pt idx="5">
                  <c:v>0.01351</c:v>
                </c:pt>
                <c:pt idx="6">
                  <c:v>0.03887</c:v>
                </c:pt>
                <c:pt idx="7">
                  <c:v>0.20563</c:v>
                </c:pt>
                <c:pt idx="8">
                  <c:v>0.12039</c:v>
                </c:pt>
                <c:pt idx="9">
                  <c:v>0.03515</c:v>
                </c:pt>
                <c:pt idx="10">
                  <c:v>0.01674</c:v>
                </c:pt>
                <c:pt idx="11">
                  <c:v>0.01052</c:v>
                </c:pt>
                <c:pt idx="12">
                  <c:v>0.00779</c:v>
                </c:pt>
                <c:pt idx="13">
                  <c:v>0.00656</c:v>
                </c:pt>
                <c:pt idx="14">
                  <c:v>0.00619</c:v>
                </c:pt>
                <c:pt idx="15">
                  <c:v>0.00658</c:v>
                </c:pt>
                <c:pt idx="16">
                  <c:v>0.008</c:v>
                </c:pt>
                <c:pt idx="17">
                  <c:v>0.01135</c:v>
                </c:pt>
                <c:pt idx="18">
                  <c:v>0.01966</c:v>
                </c:pt>
                <c:pt idx="19">
                  <c:v>0.04446</c:v>
                </c:pt>
                <c:pt idx="20">
                  <c:v>0.13161</c:v>
                </c:pt>
                <c:pt idx="21">
                  <c:v>0.14268</c:v>
                </c:pt>
                <c:pt idx="22">
                  <c:v>0.054</c:v>
                </c:pt>
                <c:pt idx="23">
                  <c:v>0.02606</c:v>
                </c:pt>
                <c:pt idx="24">
                  <c:v>0.01612</c:v>
                </c:pt>
                <c:pt idx="25">
                  <c:v>0.01177</c:v>
                </c:pt>
                <c:pt idx="26">
                  <c:v>0.00976</c:v>
                </c:pt>
                <c:pt idx="27">
                  <c:v>0.00907</c:v>
                </c:pt>
                <c:pt idx="28">
                  <c:v>0.00942</c:v>
                </c:pt>
                <c:pt idx="29">
                  <c:v>0.01102</c:v>
                </c:pt>
                <c:pt idx="30">
                  <c:v>0.01478</c:v>
                </c:pt>
                <c:pt idx="31">
                  <c:v>0.0233</c:v>
                </c:pt>
                <c:pt idx="32">
                  <c:v>0.04487</c:v>
                </c:pt>
                <c:pt idx="33">
                  <c:v>0.09837</c:v>
                </c:pt>
                <c:pt idx="34">
                  <c:v>0.12601</c:v>
                </c:pt>
                <c:pt idx="35">
                  <c:v>0.06759</c:v>
                </c:pt>
                <c:pt idx="36">
                  <c:v>0.03507</c:v>
                </c:pt>
                <c:pt idx="37">
                  <c:v>0.02182</c:v>
                </c:pt>
                <c:pt idx="38">
                  <c:v>0.01582</c:v>
                </c:pt>
                <c:pt idx="39">
                  <c:v>0.01298</c:v>
                </c:pt>
                <c:pt idx="40">
                  <c:v>0.01188</c:v>
                </c:pt>
                <c:pt idx="41">
                  <c:v>0.01208</c:v>
                </c:pt>
                <c:pt idx="42">
                  <c:v>0.01369</c:v>
                </c:pt>
                <c:pt idx="43">
                  <c:v>0.0175</c:v>
                </c:pt>
                <c:pt idx="44">
                  <c:v>0.02561</c:v>
                </c:pt>
                <c:pt idx="45">
                  <c:v>0.04356</c:v>
                </c:pt>
                <c:pt idx="46">
                  <c:v>0.07927</c:v>
                </c:pt>
                <c:pt idx="47">
                  <c:v>0.10546</c:v>
                </c:pt>
                <c:pt idx="48">
                  <c:v>0.07351</c:v>
                </c:pt>
                <c:pt idx="49">
                  <c:v>0.04292</c:v>
                </c:pt>
                <c:pt idx="50">
                  <c:v>0.02744</c:v>
                </c:pt>
                <c:pt idx="51">
                  <c:v>0.0199</c:v>
                </c:pt>
                <c:pt idx="52">
                  <c:v>0.01621</c:v>
                </c:pt>
                <c:pt idx="53">
                  <c:v>0.01461</c:v>
                </c:pt>
                <c:pt idx="54">
                  <c:v>0.01457</c:v>
                </c:pt>
                <c:pt idx="55">
                  <c:v>0.01608</c:v>
                </c:pt>
                <c:pt idx="56">
                  <c:v>0.01972</c:v>
                </c:pt>
                <c:pt idx="57">
                  <c:v>0.02714</c:v>
                </c:pt>
                <c:pt idx="58">
                  <c:v>0.04182</c:v>
                </c:pt>
                <c:pt idx="59">
                  <c:v>0.0674</c:v>
                </c:pt>
                <c:pt idx="60">
                  <c:v>0.08873</c:v>
                </c:pt>
                <c:pt idx="61">
                  <c:v>0.07413</c:v>
                </c:pt>
                <c:pt idx="62">
                  <c:v>0.04859</c:v>
                </c:pt>
                <c:pt idx="63">
                  <c:v>0.03251</c:v>
                </c:pt>
                <c:pt idx="64">
                  <c:v>0.02387</c:v>
                </c:pt>
                <c:pt idx="65">
                  <c:v>0.01936</c:v>
                </c:pt>
                <c:pt idx="66">
                  <c:v>0.01728</c:v>
                </c:pt>
                <c:pt idx="67">
                  <c:v>0.01694</c:v>
                </c:pt>
                <c:pt idx="68">
                  <c:v>0.01822</c:v>
                </c:pt>
                <c:pt idx="69">
                  <c:v>0.02157</c:v>
                </c:pt>
                <c:pt idx="70">
                  <c:v>0.02812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Sheet1!$B$74</c:f>
              <c:strCache>
                <c:ptCount val="1"/>
                <c:pt idx="0">
                  <c:v>2 inside, standard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Sheet1!$A$75:$A$144</c:f>
              <c:numCache>
                <c:formatCode>General</c:formatCode>
                <c:ptCount val="70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8.05</c:v>
                </c:pt>
                <c:pt idx="29">
                  <c:v>8.15</c:v>
                </c:pt>
                <c:pt idx="30">
                  <c:v>8.25</c:v>
                </c:pt>
                <c:pt idx="31">
                  <c:v>8.35</c:v>
                </c:pt>
                <c:pt idx="32">
                  <c:v>8.45</c:v>
                </c:pt>
                <c:pt idx="33">
                  <c:v>8.55</c:v>
                </c:pt>
                <c:pt idx="34">
                  <c:v>8.65</c:v>
                </c:pt>
                <c:pt idx="35">
                  <c:v>8.75</c:v>
                </c:pt>
                <c:pt idx="36">
                  <c:v>8.85</c:v>
                </c:pt>
                <c:pt idx="37">
                  <c:v>8.95</c:v>
                </c:pt>
                <c:pt idx="38">
                  <c:v>9.05</c:v>
                </c:pt>
                <c:pt idx="39">
                  <c:v>9.15</c:v>
                </c:pt>
                <c:pt idx="40">
                  <c:v>9.25</c:v>
                </c:pt>
                <c:pt idx="41">
                  <c:v>9.35</c:v>
                </c:pt>
                <c:pt idx="42">
                  <c:v>9.45</c:v>
                </c:pt>
                <c:pt idx="43">
                  <c:v>9.55</c:v>
                </c:pt>
                <c:pt idx="44">
                  <c:v>9.65</c:v>
                </c:pt>
                <c:pt idx="45">
                  <c:v>9.75</c:v>
                </c:pt>
                <c:pt idx="46">
                  <c:v>9.85</c:v>
                </c:pt>
                <c:pt idx="47">
                  <c:v>9.95</c:v>
                </c:pt>
                <c:pt idx="48">
                  <c:v>10.05</c:v>
                </c:pt>
                <c:pt idx="49">
                  <c:v>10.15</c:v>
                </c:pt>
                <c:pt idx="50">
                  <c:v>10.25</c:v>
                </c:pt>
                <c:pt idx="51">
                  <c:v>10.35</c:v>
                </c:pt>
                <c:pt idx="52">
                  <c:v>10.45</c:v>
                </c:pt>
                <c:pt idx="53">
                  <c:v>10.55</c:v>
                </c:pt>
                <c:pt idx="54">
                  <c:v>10.65</c:v>
                </c:pt>
                <c:pt idx="55">
                  <c:v>10.75</c:v>
                </c:pt>
                <c:pt idx="56">
                  <c:v>10.85</c:v>
                </c:pt>
                <c:pt idx="57">
                  <c:v>10.95</c:v>
                </c:pt>
                <c:pt idx="58">
                  <c:v>11.05</c:v>
                </c:pt>
                <c:pt idx="59">
                  <c:v>11.15</c:v>
                </c:pt>
                <c:pt idx="60">
                  <c:v>11.25</c:v>
                </c:pt>
                <c:pt idx="61">
                  <c:v>11.35</c:v>
                </c:pt>
                <c:pt idx="62">
                  <c:v>11.45</c:v>
                </c:pt>
                <c:pt idx="63">
                  <c:v>11.55</c:v>
                </c:pt>
                <c:pt idx="64">
                  <c:v>11.65</c:v>
                </c:pt>
                <c:pt idx="65">
                  <c:v>11.75</c:v>
                </c:pt>
                <c:pt idx="66">
                  <c:v>11.85</c:v>
                </c:pt>
                <c:pt idx="67">
                  <c:v>11.95</c:v>
                </c:pt>
                <c:pt idx="68">
                  <c:v>12.05</c:v>
                </c:pt>
                <c:pt idx="69">
                  <c:v>12.15</c:v>
                </c:pt>
              </c:numCache>
            </c:numRef>
          </c:xVal>
          <c:yVal>
            <c:numRef>
              <c:f>Sheet1!$B$75:$B$144</c:f>
              <c:numCache>
                <c:formatCode>General</c:formatCode>
                <c:ptCount val="70"/>
                <c:pt idx="0">
                  <c:v>0.00333</c:v>
                </c:pt>
                <c:pt idx="1">
                  <c:v>0.00317</c:v>
                </c:pt>
                <c:pt idx="2">
                  <c:v>0.00346</c:v>
                </c:pt>
                <c:pt idx="3">
                  <c:v>0.00442</c:v>
                </c:pt>
                <c:pt idx="4">
                  <c:v>0.00685</c:v>
                </c:pt>
                <c:pt idx="5">
                  <c:v>0.01351</c:v>
                </c:pt>
                <c:pt idx="6">
                  <c:v>0.03889</c:v>
                </c:pt>
                <c:pt idx="7">
                  <c:v>0.20571</c:v>
                </c:pt>
                <c:pt idx="8">
                  <c:v>0.12043</c:v>
                </c:pt>
                <c:pt idx="9">
                  <c:v>0.03516</c:v>
                </c:pt>
                <c:pt idx="10">
                  <c:v>0.01675</c:v>
                </c:pt>
                <c:pt idx="11">
                  <c:v>0.01052</c:v>
                </c:pt>
                <c:pt idx="12">
                  <c:v>0.0078</c:v>
                </c:pt>
                <c:pt idx="13">
                  <c:v>0.00656</c:v>
                </c:pt>
                <c:pt idx="14">
                  <c:v>0.00619</c:v>
                </c:pt>
                <c:pt idx="15">
                  <c:v>0.00658</c:v>
                </c:pt>
                <c:pt idx="16">
                  <c:v>0.008</c:v>
                </c:pt>
                <c:pt idx="17">
                  <c:v>0.01135</c:v>
                </c:pt>
                <c:pt idx="18">
                  <c:v>0.01966</c:v>
                </c:pt>
                <c:pt idx="19">
                  <c:v>0.04459</c:v>
                </c:pt>
                <c:pt idx="20">
                  <c:v>0.13181</c:v>
                </c:pt>
                <c:pt idx="21">
                  <c:v>0.14255</c:v>
                </c:pt>
                <c:pt idx="22">
                  <c:v>0.054</c:v>
                </c:pt>
                <c:pt idx="23">
                  <c:v>0.02604</c:v>
                </c:pt>
                <c:pt idx="24">
                  <c:v>0.01611</c:v>
                </c:pt>
                <c:pt idx="25">
                  <c:v>0.01176</c:v>
                </c:pt>
                <c:pt idx="26">
                  <c:v>0.00977</c:v>
                </c:pt>
                <c:pt idx="27">
                  <c:v>0.00917</c:v>
                </c:pt>
                <c:pt idx="28">
                  <c:v>0.01061</c:v>
                </c:pt>
                <c:pt idx="29">
                  <c:v>0.07195</c:v>
                </c:pt>
                <c:pt idx="30">
                  <c:v>0.0441</c:v>
                </c:pt>
                <c:pt idx="31">
                  <c:v>0.04383</c:v>
                </c:pt>
                <c:pt idx="32">
                  <c:v>0.06672</c:v>
                </c:pt>
                <c:pt idx="33">
                  <c:v>0.07904</c:v>
                </c:pt>
                <c:pt idx="34">
                  <c:v>0.04907</c:v>
                </c:pt>
                <c:pt idx="35">
                  <c:v>0.0324</c:v>
                </c:pt>
                <c:pt idx="36">
                  <c:v>0.02551</c:v>
                </c:pt>
                <c:pt idx="37">
                  <c:v>0.02236</c:v>
                </c:pt>
                <c:pt idx="38">
                  <c:v>0.02088</c:v>
                </c:pt>
                <c:pt idx="39">
                  <c:v>0.02027</c:v>
                </c:pt>
                <c:pt idx="40">
                  <c:v>0.02033</c:v>
                </c:pt>
                <c:pt idx="41">
                  <c:v>0.0211</c:v>
                </c:pt>
                <c:pt idx="42">
                  <c:v>0.02298</c:v>
                </c:pt>
                <c:pt idx="43">
                  <c:v>0.02702</c:v>
                </c:pt>
                <c:pt idx="44">
                  <c:v>0.03599</c:v>
                </c:pt>
                <c:pt idx="45">
                  <c:v>0.05381</c:v>
                </c:pt>
                <c:pt idx="46">
                  <c:v>0.06692</c:v>
                </c:pt>
                <c:pt idx="47">
                  <c:v>0.05091</c:v>
                </c:pt>
                <c:pt idx="48">
                  <c:v>0.03566</c:v>
                </c:pt>
                <c:pt idx="49">
                  <c:v>0.02793</c:v>
                </c:pt>
                <c:pt idx="50">
                  <c:v>0.02416</c:v>
                </c:pt>
                <c:pt idx="51">
                  <c:v>0.02231</c:v>
                </c:pt>
                <c:pt idx="52">
                  <c:v>0.02149</c:v>
                </c:pt>
                <c:pt idx="53">
                  <c:v>0.02148</c:v>
                </c:pt>
                <c:pt idx="54">
                  <c:v>0.02227</c:v>
                </c:pt>
                <c:pt idx="55">
                  <c:v>0.02405</c:v>
                </c:pt>
                <c:pt idx="56">
                  <c:v>0.02779</c:v>
                </c:pt>
                <c:pt idx="57">
                  <c:v>0.03513</c:v>
                </c:pt>
                <c:pt idx="58">
                  <c:v>0.04793</c:v>
                </c:pt>
                <c:pt idx="59">
                  <c:v>0.05856</c:v>
                </c:pt>
                <c:pt idx="60">
                  <c:v>0.05126</c:v>
                </c:pt>
                <c:pt idx="61">
                  <c:v>0.0385</c:v>
                </c:pt>
                <c:pt idx="62">
                  <c:v>0.03044</c:v>
                </c:pt>
                <c:pt idx="63">
                  <c:v>0.02612</c:v>
                </c:pt>
                <c:pt idx="64">
                  <c:v>0.0239</c:v>
                </c:pt>
                <c:pt idx="65">
                  <c:v>0.02286</c:v>
                </c:pt>
                <c:pt idx="66">
                  <c:v>0.02268</c:v>
                </c:pt>
                <c:pt idx="67">
                  <c:v>0.02332</c:v>
                </c:pt>
                <c:pt idx="68">
                  <c:v>0.02501</c:v>
                </c:pt>
                <c:pt idx="69">
                  <c:v>0.02828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Sheet1!$B$146</c:f>
              <c:strCache>
                <c:ptCount val="1"/>
                <c:pt idx="0">
                  <c:v>3 outside, over-etched</c:v>
                </c:pt>
              </c:strCache>
            </c:strRef>
          </c:tx>
          <c:spPr>
            <a:ln w="19050">
              <a:solidFill>
                <a:srgbClr val="F0A08F"/>
              </a:solidFill>
              <a:prstDash val="dash"/>
            </a:ln>
          </c:spPr>
          <c:marker>
            <c:symbol val="circle"/>
            <c:size val="4"/>
            <c:spPr>
              <a:solidFill>
                <a:srgbClr val="F0A08F"/>
              </a:solidFill>
              <a:ln>
                <a:solidFill>
                  <a:srgbClr val="F0A08F"/>
                </a:solidFill>
              </a:ln>
            </c:spPr>
          </c:marker>
          <c:xVal>
            <c:numRef>
              <c:f>Sheet1!$A$147:$A$217</c:f>
              <c:numCache>
                <c:formatCode>General</c:formatCode>
                <c:ptCount val="71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7.95</c:v>
                </c:pt>
                <c:pt idx="29">
                  <c:v>8.05</c:v>
                </c:pt>
                <c:pt idx="30">
                  <c:v>8.15</c:v>
                </c:pt>
                <c:pt idx="31">
                  <c:v>8.25</c:v>
                </c:pt>
                <c:pt idx="32">
                  <c:v>8.35</c:v>
                </c:pt>
                <c:pt idx="33">
                  <c:v>8.45</c:v>
                </c:pt>
                <c:pt idx="34">
                  <c:v>8.55</c:v>
                </c:pt>
                <c:pt idx="35">
                  <c:v>8.65</c:v>
                </c:pt>
                <c:pt idx="36">
                  <c:v>8.75</c:v>
                </c:pt>
                <c:pt idx="37">
                  <c:v>8.85</c:v>
                </c:pt>
                <c:pt idx="38">
                  <c:v>8.95</c:v>
                </c:pt>
                <c:pt idx="39">
                  <c:v>9.05</c:v>
                </c:pt>
                <c:pt idx="40">
                  <c:v>9.15</c:v>
                </c:pt>
                <c:pt idx="41">
                  <c:v>9.25</c:v>
                </c:pt>
                <c:pt idx="42">
                  <c:v>9.35</c:v>
                </c:pt>
                <c:pt idx="43">
                  <c:v>9.45</c:v>
                </c:pt>
                <c:pt idx="44">
                  <c:v>9.55</c:v>
                </c:pt>
                <c:pt idx="45">
                  <c:v>9.65</c:v>
                </c:pt>
                <c:pt idx="46">
                  <c:v>9.75</c:v>
                </c:pt>
                <c:pt idx="47">
                  <c:v>9.85</c:v>
                </c:pt>
                <c:pt idx="48">
                  <c:v>9.95</c:v>
                </c:pt>
                <c:pt idx="49">
                  <c:v>10.05</c:v>
                </c:pt>
                <c:pt idx="50">
                  <c:v>10.15</c:v>
                </c:pt>
                <c:pt idx="51">
                  <c:v>10.25</c:v>
                </c:pt>
                <c:pt idx="52">
                  <c:v>10.35</c:v>
                </c:pt>
                <c:pt idx="53">
                  <c:v>10.45</c:v>
                </c:pt>
                <c:pt idx="54">
                  <c:v>10.55</c:v>
                </c:pt>
                <c:pt idx="55">
                  <c:v>10.65</c:v>
                </c:pt>
                <c:pt idx="56">
                  <c:v>10.75</c:v>
                </c:pt>
                <c:pt idx="57">
                  <c:v>10.85</c:v>
                </c:pt>
                <c:pt idx="58">
                  <c:v>10.95</c:v>
                </c:pt>
                <c:pt idx="59">
                  <c:v>11.05</c:v>
                </c:pt>
                <c:pt idx="60">
                  <c:v>11.15</c:v>
                </c:pt>
                <c:pt idx="61">
                  <c:v>11.25</c:v>
                </c:pt>
                <c:pt idx="62">
                  <c:v>11.35</c:v>
                </c:pt>
                <c:pt idx="63">
                  <c:v>11.45</c:v>
                </c:pt>
                <c:pt idx="64">
                  <c:v>11.55</c:v>
                </c:pt>
                <c:pt idx="65">
                  <c:v>11.65</c:v>
                </c:pt>
                <c:pt idx="66">
                  <c:v>11.75</c:v>
                </c:pt>
                <c:pt idx="67">
                  <c:v>11.85</c:v>
                </c:pt>
                <c:pt idx="68">
                  <c:v>11.95</c:v>
                </c:pt>
                <c:pt idx="69">
                  <c:v>12.05</c:v>
                </c:pt>
                <c:pt idx="70">
                  <c:v>12.15</c:v>
                </c:pt>
              </c:numCache>
            </c:numRef>
          </c:xVal>
          <c:yVal>
            <c:numRef>
              <c:f>Sheet1!$B$147:$B$217</c:f>
              <c:numCache>
                <c:formatCode>General</c:formatCode>
                <c:ptCount val="71"/>
                <c:pt idx="0">
                  <c:v>0.0034</c:v>
                </c:pt>
                <c:pt idx="1">
                  <c:v>0.00318</c:v>
                </c:pt>
                <c:pt idx="2">
                  <c:v>0.0034</c:v>
                </c:pt>
                <c:pt idx="3">
                  <c:v>0.00423</c:v>
                </c:pt>
                <c:pt idx="4">
                  <c:v>0.00635</c:v>
                </c:pt>
                <c:pt idx="5">
                  <c:v>0.01198</c:v>
                </c:pt>
                <c:pt idx="6">
                  <c:v>0.03206</c:v>
                </c:pt>
                <c:pt idx="7">
                  <c:v>0.15992</c:v>
                </c:pt>
                <c:pt idx="8">
                  <c:v>0.15433</c:v>
                </c:pt>
                <c:pt idx="9">
                  <c:v>0.04079</c:v>
                </c:pt>
                <c:pt idx="10">
                  <c:v>0.0183</c:v>
                </c:pt>
                <c:pt idx="11">
                  <c:v>0.01113</c:v>
                </c:pt>
                <c:pt idx="12">
                  <c:v>0.00806</c:v>
                </c:pt>
                <c:pt idx="13">
                  <c:v>0.00666</c:v>
                </c:pt>
                <c:pt idx="14">
                  <c:v>0.00618</c:v>
                </c:pt>
                <c:pt idx="15">
                  <c:v>0.00645</c:v>
                </c:pt>
                <c:pt idx="16">
                  <c:v>0.00767</c:v>
                </c:pt>
                <c:pt idx="17">
                  <c:v>0.01061</c:v>
                </c:pt>
                <c:pt idx="18">
                  <c:v>0.01773</c:v>
                </c:pt>
                <c:pt idx="19">
                  <c:v>0.03852</c:v>
                </c:pt>
                <c:pt idx="20">
                  <c:v>0.11274</c:v>
                </c:pt>
                <c:pt idx="21">
                  <c:v>0.15975</c:v>
                </c:pt>
                <c:pt idx="22">
                  <c:v>0.062</c:v>
                </c:pt>
                <c:pt idx="23">
                  <c:v>0.02859</c:v>
                </c:pt>
                <c:pt idx="24">
                  <c:v>0.01708</c:v>
                </c:pt>
                <c:pt idx="25">
                  <c:v>0.01223</c:v>
                </c:pt>
                <c:pt idx="26">
                  <c:v>0.00995</c:v>
                </c:pt>
                <c:pt idx="27">
                  <c:v>0.00909</c:v>
                </c:pt>
                <c:pt idx="28">
                  <c:v>0.00927</c:v>
                </c:pt>
                <c:pt idx="29">
                  <c:v>0.01065</c:v>
                </c:pt>
                <c:pt idx="30">
                  <c:v>0.01396</c:v>
                </c:pt>
                <c:pt idx="31">
                  <c:v>0.02151</c:v>
                </c:pt>
                <c:pt idx="32">
                  <c:v>0.04018</c:v>
                </c:pt>
                <c:pt idx="33">
                  <c:v>0.08767</c:v>
                </c:pt>
                <c:pt idx="34">
                  <c:v>0.13098</c:v>
                </c:pt>
                <c:pt idx="35">
                  <c:v>0.07584</c:v>
                </c:pt>
                <c:pt idx="36">
                  <c:v>0.03827</c:v>
                </c:pt>
                <c:pt idx="37">
                  <c:v>0.02324</c:v>
                </c:pt>
                <c:pt idx="38">
                  <c:v>0.01647</c:v>
                </c:pt>
                <c:pt idx="39">
                  <c:v>0.01327</c:v>
                </c:pt>
                <c:pt idx="40">
                  <c:v>0.01194</c:v>
                </c:pt>
                <c:pt idx="41">
                  <c:v>0.01193</c:v>
                </c:pt>
                <c:pt idx="42">
                  <c:v>0.01333</c:v>
                </c:pt>
                <c:pt idx="43">
                  <c:v>0.01677</c:v>
                </c:pt>
                <c:pt idx="44">
                  <c:v>0.02396</c:v>
                </c:pt>
                <c:pt idx="45">
                  <c:v>0.03978</c:v>
                </c:pt>
                <c:pt idx="46">
                  <c:v>0.07262</c:v>
                </c:pt>
                <c:pt idx="47">
                  <c:v>0.10562</c:v>
                </c:pt>
                <c:pt idx="48">
                  <c:v>0.07999</c:v>
                </c:pt>
                <c:pt idx="49">
                  <c:v>0.04644</c:v>
                </c:pt>
                <c:pt idx="50">
                  <c:v>0.029</c:v>
                </c:pt>
                <c:pt idx="51">
                  <c:v>0.0207</c:v>
                </c:pt>
                <c:pt idx="52">
                  <c:v>0.01657</c:v>
                </c:pt>
                <c:pt idx="53">
                  <c:v>0.01474</c:v>
                </c:pt>
                <c:pt idx="54">
                  <c:v>0.01447</c:v>
                </c:pt>
                <c:pt idx="55">
                  <c:v>0.01571</c:v>
                </c:pt>
                <c:pt idx="56">
                  <c:v>0.01898</c:v>
                </c:pt>
                <c:pt idx="57">
                  <c:v>0.02569</c:v>
                </c:pt>
                <c:pt idx="58">
                  <c:v>0.03898</c:v>
                </c:pt>
                <c:pt idx="59">
                  <c:v>0.06255</c:v>
                </c:pt>
                <c:pt idx="60">
                  <c:v>0.08753</c:v>
                </c:pt>
                <c:pt idx="61">
                  <c:v>0.07823</c:v>
                </c:pt>
                <c:pt idx="62">
                  <c:v>0.05191</c:v>
                </c:pt>
                <c:pt idx="63">
                  <c:v>0.03435</c:v>
                </c:pt>
                <c:pt idx="64">
                  <c:v>0.02478</c:v>
                </c:pt>
                <c:pt idx="65">
                  <c:v>0.01981</c:v>
                </c:pt>
                <c:pt idx="66">
                  <c:v>0.01745</c:v>
                </c:pt>
                <c:pt idx="67">
                  <c:v>0.01688</c:v>
                </c:pt>
                <c:pt idx="68">
                  <c:v>0.01788</c:v>
                </c:pt>
                <c:pt idx="69">
                  <c:v>0.02086</c:v>
                </c:pt>
                <c:pt idx="70">
                  <c:v>0.02684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Sheet1!$B$219</c:f>
              <c:strCache>
                <c:ptCount val="1"/>
                <c:pt idx="0">
                  <c:v>4 inside, over-etched</c:v>
                </c:pt>
              </c:strCache>
            </c:strRef>
          </c:tx>
          <c:spPr>
            <a:ln w="19050">
              <a:solidFill>
                <a:srgbClr val="7FB3EA"/>
              </a:solidFill>
              <a:prstDash val="dash"/>
            </a:ln>
          </c:spPr>
          <c:marker>
            <c:symbol val="circle"/>
            <c:size val="4"/>
            <c:spPr>
              <a:solidFill>
                <a:srgbClr val="7FB3EA"/>
              </a:solidFill>
              <a:ln>
                <a:solidFill>
                  <a:srgbClr val="7FB3EA"/>
                </a:solidFill>
              </a:ln>
            </c:spPr>
          </c:marker>
          <c:xVal>
            <c:numRef>
              <c:f>Sheet1!$A$220:$A$289</c:f>
              <c:numCache>
                <c:formatCode>General</c:formatCode>
                <c:ptCount val="70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8.05</c:v>
                </c:pt>
                <c:pt idx="29">
                  <c:v>8.15</c:v>
                </c:pt>
                <c:pt idx="30">
                  <c:v>8.25</c:v>
                </c:pt>
                <c:pt idx="31">
                  <c:v>8.35</c:v>
                </c:pt>
                <c:pt idx="32">
                  <c:v>8.45</c:v>
                </c:pt>
                <c:pt idx="33">
                  <c:v>8.55</c:v>
                </c:pt>
                <c:pt idx="34">
                  <c:v>8.65</c:v>
                </c:pt>
                <c:pt idx="35">
                  <c:v>8.75</c:v>
                </c:pt>
                <c:pt idx="36">
                  <c:v>8.85</c:v>
                </c:pt>
                <c:pt idx="37">
                  <c:v>8.95</c:v>
                </c:pt>
                <c:pt idx="38">
                  <c:v>9.05</c:v>
                </c:pt>
                <c:pt idx="39">
                  <c:v>9.15</c:v>
                </c:pt>
                <c:pt idx="40">
                  <c:v>9.25</c:v>
                </c:pt>
                <c:pt idx="41">
                  <c:v>9.35</c:v>
                </c:pt>
                <c:pt idx="42">
                  <c:v>9.45</c:v>
                </c:pt>
                <c:pt idx="43">
                  <c:v>9.55</c:v>
                </c:pt>
                <c:pt idx="44">
                  <c:v>9.65</c:v>
                </c:pt>
                <c:pt idx="45">
                  <c:v>9.75</c:v>
                </c:pt>
                <c:pt idx="46">
                  <c:v>9.85</c:v>
                </c:pt>
                <c:pt idx="47">
                  <c:v>9.95</c:v>
                </c:pt>
                <c:pt idx="48">
                  <c:v>10.05</c:v>
                </c:pt>
                <c:pt idx="49">
                  <c:v>10.15</c:v>
                </c:pt>
                <c:pt idx="50">
                  <c:v>10.25</c:v>
                </c:pt>
                <c:pt idx="51">
                  <c:v>10.35</c:v>
                </c:pt>
                <c:pt idx="52">
                  <c:v>10.45</c:v>
                </c:pt>
                <c:pt idx="53">
                  <c:v>10.55</c:v>
                </c:pt>
                <c:pt idx="54">
                  <c:v>10.65</c:v>
                </c:pt>
                <c:pt idx="55">
                  <c:v>10.75</c:v>
                </c:pt>
                <c:pt idx="56">
                  <c:v>10.85</c:v>
                </c:pt>
                <c:pt idx="57">
                  <c:v>10.95</c:v>
                </c:pt>
                <c:pt idx="58">
                  <c:v>11.05</c:v>
                </c:pt>
                <c:pt idx="59">
                  <c:v>11.15</c:v>
                </c:pt>
                <c:pt idx="60">
                  <c:v>11.25</c:v>
                </c:pt>
                <c:pt idx="61">
                  <c:v>11.35</c:v>
                </c:pt>
                <c:pt idx="62">
                  <c:v>11.45</c:v>
                </c:pt>
                <c:pt idx="63">
                  <c:v>11.55</c:v>
                </c:pt>
                <c:pt idx="64">
                  <c:v>11.65</c:v>
                </c:pt>
                <c:pt idx="65">
                  <c:v>11.75</c:v>
                </c:pt>
                <c:pt idx="66">
                  <c:v>11.85</c:v>
                </c:pt>
                <c:pt idx="67">
                  <c:v>11.95</c:v>
                </c:pt>
                <c:pt idx="68">
                  <c:v>12.05</c:v>
                </c:pt>
                <c:pt idx="69">
                  <c:v>12.15</c:v>
                </c:pt>
              </c:numCache>
            </c:numRef>
          </c:xVal>
          <c:yVal>
            <c:numRef>
              <c:f>Sheet1!$B$220:$B$289</c:f>
              <c:numCache>
                <c:formatCode>General</c:formatCode>
                <c:ptCount val="70"/>
                <c:pt idx="0">
                  <c:v>0.0034</c:v>
                </c:pt>
                <c:pt idx="1">
                  <c:v>0.00318</c:v>
                </c:pt>
                <c:pt idx="2">
                  <c:v>0.0034</c:v>
                </c:pt>
                <c:pt idx="3">
                  <c:v>0.00424</c:v>
                </c:pt>
                <c:pt idx="4">
                  <c:v>0.00635</c:v>
                </c:pt>
                <c:pt idx="5">
                  <c:v>0.01199</c:v>
                </c:pt>
                <c:pt idx="6">
                  <c:v>0.03207</c:v>
                </c:pt>
                <c:pt idx="7">
                  <c:v>0.15983</c:v>
                </c:pt>
                <c:pt idx="8">
                  <c:v>0.15445</c:v>
                </c:pt>
                <c:pt idx="9">
                  <c:v>0.04078</c:v>
                </c:pt>
                <c:pt idx="10">
                  <c:v>0.0183</c:v>
                </c:pt>
                <c:pt idx="11">
                  <c:v>0.01114</c:v>
                </c:pt>
                <c:pt idx="12">
                  <c:v>0.00806</c:v>
                </c:pt>
                <c:pt idx="13">
                  <c:v>0.00666</c:v>
                </c:pt>
                <c:pt idx="14">
                  <c:v>0.00618</c:v>
                </c:pt>
                <c:pt idx="15">
                  <c:v>0.00645</c:v>
                </c:pt>
                <c:pt idx="16">
                  <c:v>0.00767</c:v>
                </c:pt>
                <c:pt idx="17">
                  <c:v>0.01061</c:v>
                </c:pt>
                <c:pt idx="18">
                  <c:v>0.01774</c:v>
                </c:pt>
                <c:pt idx="19">
                  <c:v>0.03855</c:v>
                </c:pt>
                <c:pt idx="20">
                  <c:v>0.11274</c:v>
                </c:pt>
                <c:pt idx="21">
                  <c:v>0.15983</c:v>
                </c:pt>
                <c:pt idx="22">
                  <c:v>0.06201</c:v>
                </c:pt>
                <c:pt idx="23">
                  <c:v>0.02859</c:v>
                </c:pt>
                <c:pt idx="24">
                  <c:v>0.01708</c:v>
                </c:pt>
                <c:pt idx="25">
                  <c:v>0.01224</c:v>
                </c:pt>
                <c:pt idx="26">
                  <c:v>0.00997</c:v>
                </c:pt>
                <c:pt idx="27">
                  <c:v>0.0091</c:v>
                </c:pt>
                <c:pt idx="28">
                  <c:v>0.01043</c:v>
                </c:pt>
                <c:pt idx="29">
                  <c:v>0.06968</c:v>
                </c:pt>
                <c:pt idx="30">
                  <c:v>0.0445</c:v>
                </c:pt>
                <c:pt idx="31">
                  <c:v>0.04184</c:v>
                </c:pt>
                <c:pt idx="32">
                  <c:v>0.06168</c:v>
                </c:pt>
                <c:pt idx="33">
                  <c:v>0.0817</c:v>
                </c:pt>
                <c:pt idx="34">
                  <c:v>0.05329</c:v>
                </c:pt>
                <c:pt idx="35">
                  <c:v>0.03405</c:v>
                </c:pt>
                <c:pt idx="36">
                  <c:v>0.02628</c:v>
                </c:pt>
                <c:pt idx="37">
                  <c:v>0.02276</c:v>
                </c:pt>
                <c:pt idx="38">
                  <c:v>0.02105</c:v>
                </c:pt>
                <c:pt idx="39">
                  <c:v>0.02028</c:v>
                </c:pt>
                <c:pt idx="40">
                  <c:v>0.02026</c:v>
                </c:pt>
                <c:pt idx="41">
                  <c:v>0.02092</c:v>
                </c:pt>
                <c:pt idx="42">
                  <c:v>0.02265</c:v>
                </c:pt>
                <c:pt idx="43">
                  <c:v>0.02621</c:v>
                </c:pt>
                <c:pt idx="44">
                  <c:v>0.03418</c:v>
                </c:pt>
                <c:pt idx="45">
                  <c:v>0.05054</c:v>
                </c:pt>
                <c:pt idx="46">
                  <c:v>0.06702</c:v>
                </c:pt>
                <c:pt idx="47">
                  <c:v>0.05416</c:v>
                </c:pt>
                <c:pt idx="48">
                  <c:v>0.03743</c:v>
                </c:pt>
                <c:pt idx="49">
                  <c:v>0.02868</c:v>
                </c:pt>
                <c:pt idx="50">
                  <c:v>0.02455</c:v>
                </c:pt>
                <c:pt idx="51">
                  <c:v>0.0225</c:v>
                </c:pt>
                <c:pt idx="52">
                  <c:v>0.02156</c:v>
                </c:pt>
                <c:pt idx="53">
                  <c:v>0.02144</c:v>
                </c:pt>
                <c:pt idx="54">
                  <c:v>0.02206</c:v>
                </c:pt>
                <c:pt idx="55">
                  <c:v>0.02368</c:v>
                </c:pt>
                <c:pt idx="56">
                  <c:v>0.02704</c:v>
                </c:pt>
                <c:pt idx="57">
                  <c:v>0.03375</c:v>
                </c:pt>
                <c:pt idx="58">
                  <c:v>0.04552</c:v>
                </c:pt>
                <c:pt idx="59">
                  <c:v>0.05798</c:v>
                </c:pt>
                <c:pt idx="60">
                  <c:v>0.05336</c:v>
                </c:pt>
                <c:pt idx="61">
                  <c:v>0.04015</c:v>
                </c:pt>
                <c:pt idx="62">
                  <c:v>0.03136</c:v>
                </c:pt>
                <c:pt idx="63">
                  <c:v>0.02663</c:v>
                </c:pt>
                <c:pt idx="64">
                  <c:v>0.02409</c:v>
                </c:pt>
                <c:pt idx="65">
                  <c:v>0.02291</c:v>
                </c:pt>
                <c:pt idx="66">
                  <c:v>0.02262</c:v>
                </c:pt>
                <c:pt idx="67">
                  <c:v>0.02313</c:v>
                </c:pt>
                <c:pt idx="68">
                  <c:v>0.02462</c:v>
                </c:pt>
                <c:pt idx="69">
                  <c:v>0.02761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Sheet1!$B$291</c:f>
              <c:strCache>
                <c:ptCount val="1"/>
                <c:pt idx="0">
                  <c:v>nominal 10.15 µm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xVal>
            <c:numRef>
              <c:f>Sheet1!$A$292:$A$293</c:f>
              <c:numCache>
                <c:formatCode>General</c:formatCode>
                <c:ptCount val="2"/>
                <c:pt idx="0">
                  <c:v>10.15</c:v>
                </c:pt>
                <c:pt idx="1">
                  <c:v>10.15</c:v>
                </c:pt>
              </c:numCache>
            </c:numRef>
          </c:xVal>
          <c:yVal>
            <c:numRef>
              <c:f>Sheet1!$B$292:$B$293</c:f>
              <c:numCache>
                <c:formatCode>General</c:formatCode>
                <c:ptCount val="2"/>
                <c:pt idx="0">
                  <c:v>0</c:v>
                </c:pt>
                <c:pt idx="1">
                  <c:v>0.22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5"/>
          <c:min val="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Slab top width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0.22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2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outside of tee</c:v>
                </c:pt>
              </c:strCache>
            </c:strRef>
          </c:tx>
          <c:spPr>
            <a:ln w="22225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Sheet1!$A$2:$A$53</c:f>
              <c:numCache>
                <c:formatCode>General</c:formatCode>
                <c:ptCount val="52"/>
                <c:pt idx="0">
                  <c:v>7.05</c:v>
                </c:pt>
                <c:pt idx="1">
                  <c:v>7.15</c:v>
                </c:pt>
                <c:pt idx="2">
                  <c:v>7.25</c:v>
                </c:pt>
                <c:pt idx="3">
                  <c:v>7.35</c:v>
                </c:pt>
                <c:pt idx="4">
                  <c:v>7.45</c:v>
                </c:pt>
                <c:pt idx="5">
                  <c:v>7.55</c:v>
                </c:pt>
                <c:pt idx="6">
                  <c:v>7.65</c:v>
                </c:pt>
                <c:pt idx="7">
                  <c:v>7.75</c:v>
                </c:pt>
                <c:pt idx="8">
                  <c:v>7.85</c:v>
                </c:pt>
                <c:pt idx="9">
                  <c:v>7.95</c:v>
                </c:pt>
                <c:pt idx="10">
                  <c:v>8.05</c:v>
                </c:pt>
                <c:pt idx="11">
                  <c:v>8.15</c:v>
                </c:pt>
                <c:pt idx="12">
                  <c:v>8.25</c:v>
                </c:pt>
                <c:pt idx="13">
                  <c:v>8.35</c:v>
                </c:pt>
                <c:pt idx="14">
                  <c:v>8.45</c:v>
                </c:pt>
                <c:pt idx="15">
                  <c:v>8.55</c:v>
                </c:pt>
                <c:pt idx="16">
                  <c:v>8.65</c:v>
                </c:pt>
                <c:pt idx="17">
                  <c:v>8.75</c:v>
                </c:pt>
                <c:pt idx="18">
                  <c:v>8.85</c:v>
                </c:pt>
                <c:pt idx="19">
                  <c:v>8.95</c:v>
                </c:pt>
                <c:pt idx="20">
                  <c:v>9.05</c:v>
                </c:pt>
                <c:pt idx="21">
                  <c:v>9.15</c:v>
                </c:pt>
                <c:pt idx="22">
                  <c:v>9.25</c:v>
                </c:pt>
                <c:pt idx="23">
                  <c:v>9.35</c:v>
                </c:pt>
                <c:pt idx="24">
                  <c:v>9.45</c:v>
                </c:pt>
                <c:pt idx="25">
                  <c:v>9.55</c:v>
                </c:pt>
                <c:pt idx="26">
                  <c:v>9.65</c:v>
                </c:pt>
                <c:pt idx="27">
                  <c:v>9.75</c:v>
                </c:pt>
                <c:pt idx="28">
                  <c:v>9.85</c:v>
                </c:pt>
                <c:pt idx="29">
                  <c:v>9.95</c:v>
                </c:pt>
                <c:pt idx="30">
                  <c:v>10.05</c:v>
                </c:pt>
                <c:pt idx="31">
                  <c:v>10.15</c:v>
                </c:pt>
                <c:pt idx="32">
                  <c:v>10.25</c:v>
                </c:pt>
                <c:pt idx="33">
                  <c:v>10.35</c:v>
                </c:pt>
                <c:pt idx="34">
                  <c:v>10.45</c:v>
                </c:pt>
                <c:pt idx="35">
                  <c:v>10.55</c:v>
                </c:pt>
                <c:pt idx="36">
                  <c:v>10.65</c:v>
                </c:pt>
                <c:pt idx="37">
                  <c:v>10.75</c:v>
                </c:pt>
                <c:pt idx="38">
                  <c:v>10.85</c:v>
                </c:pt>
                <c:pt idx="39">
                  <c:v>10.95</c:v>
                </c:pt>
                <c:pt idx="40">
                  <c:v>11.05</c:v>
                </c:pt>
                <c:pt idx="41">
                  <c:v>11.15</c:v>
                </c:pt>
                <c:pt idx="42">
                  <c:v>11.25</c:v>
                </c:pt>
                <c:pt idx="43">
                  <c:v>11.35</c:v>
                </c:pt>
                <c:pt idx="44">
                  <c:v>11.45</c:v>
                </c:pt>
                <c:pt idx="45">
                  <c:v>11.55</c:v>
                </c:pt>
                <c:pt idx="46">
                  <c:v>11.65</c:v>
                </c:pt>
                <c:pt idx="47">
                  <c:v>11.75</c:v>
                </c:pt>
                <c:pt idx="48">
                  <c:v>11.85</c:v>
                </c:pt>
                <c:pt idx="49">
                  <c:v>11.95</c:v>
                </c:pt>
                <c:pt idx="50">
                  <c:v>12.05</c:v>
                </c:pt>
                <c:pt idx="51">
                  <c:v>12.15</c:v>
                </c:pt>
              </c:numCache>
            </c:numRef>
          </c:xVal>
          <c:yVal>
            <c:numRef>
              <c:f>Sheet1!$B$2:$B$53</c:f>
              <c:numCache>
                <c:formatCode>General</c:formatCode>
                <c:ptCount val="52"/>
                <c:pt idx="0">
                  <c:v>0.04446</c:v>
                </c:pt>
                <c:pt idx="1">
                  <c:v>0.13161</c:v>
                </c:pt>
                <c:pt idx="2">
                  <c:v>0.14268</c:v>
                </c:pt>
                <c:pt idx="3">
                  <c:v>0.054</c:v>
                </c:pt>
                <c:pt idx="4">
                  <c:v>0.02606</c:v>
                </c:pt>
                <c:pt idx="5">
                  <c:v>0.01612</c:v>
                </c:pt>
                <c:pt idx="6">
                  <c:v>0.01177</c:v>
                </c:pt>
                <c:pt idx="7">
                  <c:v>0.00976</c:v>
                </c:pt>
                <c:pt idx="8">
                  <c:v>0.00907</c:v>
                </c:pt>
                <c:pt idx="9">
                  <c:v>0.00942</c:v>
                </c:pt>
                <c:pt idx="10">
                  <c:v>0.01102</c:v>
                </c:pt>
                <c:pt idx="11">
                  <c:v>0.01478</c:v>
                </c:pt>
                <c:pt idx="12">
                  <c:v>0.0233</c:v>
                </c:pt>
                <c:pt idx="13">
                  <c:v>0.04487</c:v>
                </c:pt>
                <c:pt idx="14">
                  <c:v>0.09837</c:v>
                </c:pt>
                <c:pt idx="15">
                  <c:v>0.12601</c:v>
                </c:pt>
                <c:pt idx="16">
                  <c:v>0.06759</c:v>
                </c:pt>
                <c:pt idx="17">
                  <c:v>0.03507</c:v>
                </c:pt>
                <c:pt idx="18">
                  <c:v>0.02182</c:v>
                </c:pt>
                <c:pt idx="19">
                  <c:v>0.01582</c:v>
                </c:pt>
                <c:pt idx="20">
                  <c:v>0.01298</c:v>
                </c:pt>
                <c:pt idx="21">
                  <c:v>0.01188</c:v>
                </c:pt>
                <c:pt idx="22">
                  <c:v>0.01208</c:v>
                </c:pt>
                <c:pt idx="23">
                  <c:v>0.01369</c:v>
                </c:pt>
                <c:pt idx="24">
                  <c:v>0.0175</c:v>
                </c:pt>
                <c:pt idx="25">
                  <c:v>0.02561</c:v>
                </c:pt>
                <c:pt idx="26">
                  <c:v>0.04356</c:v>
                </c:pt>
                <c:pt idx="27">
                  <c:v>0.07927</c:v>
                </c:pt>
                <c:pt idx="28">
                  <c:v>0.10546</c:v>
                </c:pt>
                <c:pt idx="29">
                  <c:v>0.07351</c:v>
                </c:pt>
                <c:pt idx="30">
                  <c:v>0.04292</c:v>
                </c:pt>
                <c:pt idx="31">
                  <c:v>0.02744</c:v>
                </c:pt>
                <c:pt idx="32">
                  <c:v>0.0199</c:v>
                </c:pt>
                <c:pt idx="33">
                  <c:v>0.01621</c:v>
                </c:pt>
                <c:pt idx="34">
                  <c:v>0.01461</c:v>
                </c:pt>
                <c:pt idx="35">
                  <c:v>0.01457</c:v>
                </c:pt>
                <c:pt idx="36">
                  <c:v>0.01608</c:v>
                </c:pt>
                <c:pt idx="37">
                  <c:v>0.01972</c:v>
                </c:pt>
                <c:pt idx="38">
                  <c:v>0.02714</c:v>
                </c:pt>
                <c:pt idx="39">
                  <c:v>0.04182</c:v>
                </c:pt>
                <c:pt idx="40">
                  <c:v>0.0674</c:v>
                </c:pt>
                <c:pt idx="41">
                  <c:v>0.08873</c:v>
                </c:pt>
                <c:pt idx="42">
                  <c:v>0.07413</c:v>
                </c:pt>
                <c:pt idx="43">
                  <c:v>0.04859</c:v>
                </c:pt>
                <c:pt idx="44">
                  <c:v>0.03251</c:v>
                </c:pt>
                <c:pt idx="45">
                  <c:v>0.02387</c:v>
                </c:pt>
                <c:pt idx="46">
                  <c:v>0.01936</c:v>
                </c:pt>
                <c:pt idx="47">
                  <c:v>0.01728</c:v>
                </c:pt>
                <c:pt idx="48">
                  <c:v>0.01694</c:v>
                </c:pt>
                <c:pt idx="49">
                  <c:v>0.01822</c:v>
                </c:pt>
                <c:pt idx="50">
                  <c:v>0.02157</c:v>
                </c:pt>
                <c:pt idx="51">
                  <c:v>0.02812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Sheet1!$B$55</c:f>
              <c:strCache>
                <c:ptCount val="1"/>
                <c:pt idx="0">
                  <c:v>2 inside of tee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Sheet1!$A$56:$A$106</c:f>
              <c:numCache>
                <c:formatCode>General</c:formatCode>
                <c:ptCount val="51"/>
                <c:pt idx="0">
                  <c:v>7.05</c:v>
                </c:pt>
                <c:pt idx="1">
                  <c:v>7.15</c:v>
                </c:pt>
                <c:pt idx="2">
                  <c:v>7.25</c:v>
                </c:pt>
                <c:pt idx="3">
                  <c:v>7.35</c:v>
                </c:pt>
                <c:pt idx="4">
                  <c:v>7.45</c:v>
                </c:pt>
                <c:pt idx="5">
                  <c:v>7.55</c:v>
                </c:pt>
                <c:pt idx="6">
                  <c:v>7.65</c:v>
                </c:pt>
                <c:pt idx="7">
                  <c:v>7.75</c:v>
                </c:pt>
                <c:pt idx="8">
                  <c:v>7.85</c:v>
                </c:pt>
                <c:pt idx="9">
                  <c:v>8.05</c:v>
                </c:pt>
                <c:pt idx="10">
                  <c:v>8.15</c:v>
                </c:pt>
                <c:pt idx="11">
                  <c:v>8.25</c:v>
                </c:pt>
                <c:pt idx="12">
                  <c:v>8.35</c:v>
                </c:pt>
                <c:pt idx="13">
                  <c:v>8.45</c:v>
                </c:pt>
                <c:pt idx="14">
                  <c:v>8.55</c:v>
                </c:pt>
                <c:pt idx="15">
                  <c:v>8.65</c:v>
                </c:pt>
                <c:pt idx="16">
                  <c:v>8.75</c:v>
                </c:pt>
                <c:pt idx="17">
                  <c:v>8.85</c:v>
                </c:pt>
                <c:pt idx="18">
                  <c:v>8.95</c:v>
                </c:pt>
                <c:pt idx="19">
                  <c:v>9.05</c:v>
                </c:pt>
                <c:pt idx="20">
                  <c:v>9.15</c:v>
                </c:pt>
                <c:pt idx="21">
                  <c:v>9.25</c:v>
                </c:pt>
                <c:pt idx="22">
                  <c:v>9.35</c:v>
                </c:pt>
                <c:pt idx="23">
                  <c:v>9.45</c:v>
                </c:pt>
                <c:pt idx="24">
                  <c:v>9.55</c:v>
                </c:pt>
                <c:pt idx="25">
                  <c:v>9.65</c:v>
                </c:pt>
                <c:pt idx="26">
                  <c:v>9.75</c:v>
                </c:pt>
                <c:pt idx="27">
                  <c:v>9.85</c:v>
                </c:pt>
                <c:pt idx="28">
                  <c:v>9.95</c:v>
                </c:pt>
                <c:pt idx="29">
                  <c:v>10.05</c:v>
                </c:pt>
                <c:pt idx="30">
                  <c:v>10.15</c:v>
                </c:pt>
                <c:pt idx="31">
                  <c:v>10.25</c:v>
                </c:pt>
                <c:pt idx="32">
                  <c:v>10.35</c:v>
                </c:pt>
                <c:pt idx="33">
                  <c:v>10.45</c:v>
                </c:pt>
                <c:pt idx="34">
                  <c:v>10.55</c:v>
                </c:pt>
                <c:pt idx="35">
                  <c:v>10.65</c:v>
                </c:pt>
                <c:pt idx="36">
                  <c:v>10.75</c:v>
                </c:pt>
                <c:pt idx="37">
                  <c:v>10.85</c:v>
                </c:pt>
                <c:pt idx="38">
                  <c:v>10.95</c:v>
                </c:pt>
                <c:pt idx="39">
                  <c:v>11.05</c:v>
                </c:pt>
                <c:pt idx="40">
                  <c:v>11.15</c:v>
                </c:pt>
                <c:pt idx="41">
                  <c:v>11.25</c:v>
                </c:pt>
                <c:pt idx="42">
                  <c:v>11.35</c:v>
                </c:pt>
                <c:pt idx="43">
                  <c:v>11.45</c:v>
                </c:pt>
                <c:pt idx="44">
                  <c:v>11.55</c:v>
                </c:pt>
                <c:pt idx="45">
                  <c:v>11.65</c:v>
                </c:pt>
                <c:pt idx="46">
                  <c:v>11.75</c:v>
                </c:pt>
                <c:pt idx="47">
                  <c:v>11.85</c:v>
                </c:pt>
                <c:pt idx="48">
                  <c:v>11.95</c:v>
                </c:pt>
                <c:pt idx="49">
                  <c:v>12.05</c:v>
                </c:pt>
                <c:pt idx="50">
                  <c:v>12.15</c:v>
                </c:pt>
              </c:numCache>
            </c:numRef>
          </c:xVal>
          <c:yVal>
            <c:numRef>
              <c:f>Sheet1!$B$56:$B$106</c:f>
              <c:numCache>
                <c:formatCode>General</c:formatCode>
                <c:ptCount val="51"/>
                <c:pt idx="0">
                  <c:v>0.04459</c:v>
                </c:pt>
                <c:pt idx="1">
                  <c:v>0.13181</c:v>
                </c:pt>
                <c:pt idx="2">
                  <c:v>0.14255</c:v>
                </c:pt>
                <c:pt idx="3">
                  <c:v>0.054</c:v>
                </c:pt>
                <c:pt idx="4">
                  <c:v>0.02604</c:v>
                </c:pt>
                <c:pt idx="5">
                  <c:v>0.01611</c:v>
                </c:pt>
                <c:pt idx="6">
                  <c:v>0.01176</c:v>
                </c:pt>
                <c:pt idx="7">
                  <c:v>0.00977</c:v>
                </c:pt>
                <c:pt idx="8">
                  <c:v>0.00917</c:v>
                </c:pt>
                <c:pt idx="9">
                  <c:v>0.01061</c:v>
                </c:pt>
                <c:pt idx="10">
                  <c:v>0.07195</c:v>
                </c:pt>
                <c:pt idx="11">
                  <c:v>0.0441</c:v>
                </c:pt>
                <c:pt idx="12">
                  <c:v>0.04383</c:v>
                </c:pt>
                <c:pt idx="13">
                  <c:v>0.06672</c:v>
                </c:pt>
                <c:pt idx="14">
                  <c:v>0.07904</c:v>
                </c:pt>
                <c:pt idx="15">
                  <c:v>0.04907</c:v>
                </c:pt>
                <c:pt idx="16">
                  <c:v>0.0324</c:v>
                </c:pt>
                <c:pt idx="17">
                  <c:v>0.02551</c:v>
                </c:pt>
                <c:pt idx="18">
                  <c:v>0.02236</c:v>
                </c:pt>
                <c:pt idx="19">
                  <c:v>0.02088</c:v>
                </c:pt>
                <c:pt idx="20">
                  <c:v>0.02027</c:v>
                </c:pt>
                <c:pt idx="21">
                  <c:v>0.02033</c:v>
                </c:pt>
                <c:pt idx="22">
                  <c:v>0.0211</c:v>
                </c:pt>
                <c:pt idx="23">
                  <c:v>0.02298</c:v>
                </c:pt>
                <c:pt idx="24">
                  <c:v>0.02702</c:v>
                </c:pt>
                <c:pt idx="25">
                  <c:v>0.03599</c:v>
                </c:pt>
                <c:pt idx="26">
                  <c:v>0.05381</c:v>
                </c:pt>
                <c:pt idx="27">
                  <c:v>0.06692</c:v>
                </c:pt>
                <c:pt idx="28">
                  <c:v>0.05091</c:v>
                </c:pt>
                <c:pt idx="29">
                  <c:v>0.03566</c:v>
                </c:pt>
                <c:pt idx="30">
                  <c:v>0.02793</c:v>
                </c:pt>
                <c:pt idx="31">
                  <c:v>0.02416</c:v>
                </c:pt>
                <c:pt idx="32">
                  <c:v>0.02231</c:v>
                </c:pt>
                <c:pt idx="33">
                  <c:v>0.02149</c:v>
                </c:pt>
                <c:pt idx="34">
                  <c:v>0.02148</c:v>
                </c:pt>
                <c:pt idx="35">
                  <c:v>0.02227</c:v>
                </c:pt>
                <c:pt idx="36">
                  <c:v>0.02405</c:v>
                </c:pt>
                <c:pt idx="37">
                  <c:v>0.02779</c:v>
                </c:pt>
                <c:pt idx="38">
                  <c:v>0.03513</c:v>
                </c:pt>
                <c:pt idx="39">
                  <c:v>0.04793</c:v>
                </c:pt>
                <c:pt idx="40">
                  <c:v>0.05856</c:v>
                </c:pt>
                <c:pt idx="41">
                  <c:v>0.05126</c:v>
                </c:pt>
                <c:pt idx="42">
                  <c:v>0.0385</c:v>
                </c:pt>
                <c:pt idx="43">
                  <c:v>0.03044</c:v>
                </c:pt>
                <c:pt idx="44">
                  <c:v>0.02612</c:v>
                </c:pt>
                <c:pt idx="45">
                  <c:v>0.0239</c:v>
                </c:pt>
                <c:pt idx="46">
                  <c:v>0.02286</c:v>
                </c:pt>
                <c:pt idx="47">
                  <c:v>0.02268</c:v>
                </c:pt>
                <c:pt idx="48">
                  <c:v>0.02332</c:v>
                </c:pt>
                <c:pt idx="49">
                  <c:v>0.02501</c:v>
                </c:pt>
                <c:pt idx="50">
                  <c:v>0.02828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2"/>
          <c:min val="7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Slab top width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0.15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IL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outside, standard</c:v>
                </c:pt>
              </c:strCache>
            </c:strRef>
          </c:tx>
          <c:spPr>
            <a:ln w="22225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Sheet1!$A$2:$A$72</c:f>
              <c:numCache>
                <c:formatCode>General</c:formatCode>
                <c:ptCount val="71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7.95</c:v>
                </c:pt>
                <c:pt idx="29">
                  <c:v>8.05</c:v>
                </c:pt>
                <c:pt idx="30">
                  <c:v>8.15</c:v>
                </c:pt>
                <c:pt idx="31">
                  <c:v>8.25</c:v>
                </c:pt>
                <c:pt idx="32">
                  <c:v>8.35</c:v>
                </c:pt>
                <c:pt idx="33">
                  <c:v>8.45</c:v>
                </c:pt>
                <c:pt idx="34">
                  <c:v>8.55</c:v>
                </c:pt>
                <c:pt idx="35">
                  <c:v>8.65</c:v>
                </c:pt>
                <c:pt idx="36">
                  <c:v>8.75</c:v>
                </c:pt>
                <c:pt idx="37">
                  <c:v>8.85</c:v>
                </c:pt>
                <c:pt idx="38">
                  <c:v>8.95</c:v>
                </c:pt>
                <c:pt idx="39">
                  <c:v>9.05</c:v>
                </c:pt>
                <c:pt idx="40">
                  <c:v>9.15</c:v>
                </c:pt>
                <c:pt idx="41">
                  <c:v>9.25</c:v>
                </c:pt>
                <c:pt idx="42">
                  <c:v>9.35</c:v>
                </c:pt>
                <c:pt idx="43">
                  <c:v>9.45</c:v>
                </c:pt>
                <c:pt idx="44">
                  <c:v>9.55</c:v>
                </c:pt>
                <c:pt idx="45">
                  <c:v>9.65</c:v>
                </c:pt>
                <c:pt idx="46">
                  <c:v>9.75</c:v>
                </c:pt>
                <c:pt idx="47">
                  <c:v>9.85</c:v>
                </c:pt>
                <c:pt idx="48">
                  <c:v>9.95</c:v>
                </c:pt>
                <c:pt idx="49">
                  <c:v>10.05</c:v>
                </c:pt>
                <c:pt idx="50">
                  <c:v>10.15</c:v>
                </c:pt>
                <c:pt idx="51">
                  <c:v>10.25</c:v>
                </c:pt>
                <c:pt idx="52">
                  <c:v>10.35</c:v>
                </c:pt>
                <c:pt idx="53">
                  <c:v>10.45</c:v>
                </c:pt>
                <c:pt idx="54">
                  <c:v>10.55</c:v>
                </c:pt>
                <c:pt idx="55">
                  <c:v>10.65</c:v>
                </c:pt>
                <c:pt idx="56">
                  <c:v>10.75</c:v>
                </c:pt>
                <c:pt idx="57">
                  <c:v>10.85</c:v>
                </c:pt>
                <c:pt idx="58">
                  <c:v>10.95</c:v>
                </c:pt>
                <c:pt idx="59">
                  <c:v>11.05</c:v>
                </c:pt>
                <c:pt idx="60">
                  <c:v>11.15</c:v>
                </c:pt>
                <c:pt idx="61">
                  <c:v>11.25</c:v>
                </c:pt>
                <c:pt idx="62">
                  <c:v>11.35</c:v>
                </c:pt>
                <c:pt idx="63">
                  <c:v>11.45</c:v>
                </c:pt>
                <c:pt idx="64">
                  <c:v>11.55</c:v>
                </c:pt>
                <c:pt idx="65">
                  <c:v>11.65</c:v>
                </c:pt>
                <c:pt idx="66">
                  <c:v>11.75</c:v>
                </c:pt>
                <c:pt idx="67">
                  <c:v>11.85</c:v>
                </c:pt>
                <c:pt idx="68">
                  <c:v>11.95</c:v>
                </c:pt>
                <c:pt idx="69">
                  <c:v>12.05</c:v>
                </c:pt>
                <c:pt idx="70">
                  <c:v>12.15</c:v>
                </c:pt>
              </c:numCache>
            </c:numRef>
          </c:xVal>
          <c:yVal>
            <c:numRef>
              <c:f>Sheet1!$B$2:$B$72</c:f>
              <c:numCache>
                <c:formatCode>General</c:formatCode>
                <c:ptCount val="71"/>
                <c:pt idx="0">
                  <c:v>1.902</c:v>
                </c:pt>
                <c:pt idx="1">
                  <c:v>1.9022</c:v>
                </c:pt>
                <c:pt idx="2">
                  <c:v>1.9022</c:v>
                </c:pt>
                <c:pt idx="3">
                  <c:v>1.9023</c:v>
                </c:pt>
                <c:pt idx="4">
                  <c:v>1.9024</c:v>
                </c:pt>
                <c:pt idx="5">
                  <c:v>1.9023</c:v>
                </c:pt>
                <c:pt idx="6">
                  <c:v>1.9024</c:v>
                </c:pt>
                <c:pt idx="7">
                  <c:v>1.9023</c:v>
                </c:pt>
                <c:pt idx="8">
                  <c:v>1.9022</c:v>
                </c:pt>
                <c:pt idx="9">
                  <c:v>1.9025</c:v>
                </c:pt>
                <c:pt idx="10">
                  <c:v>1.9025</c:v>
                </c:pt>
                <c:pt idx="11">
                  <c:v>1.9025</c:v>
                </c:pt>
                <c:pt idx="12">
                  <c:v>1.9025</c:v>
                </c:pt>
                <c:pt idx="13">
                  <c:v>1.9025</c:v>
                </c:pt>
                <c:pt idx="14">
                  <c:v>1.9026</c:v>
                </c:pt>
                <c:pt idx="15">
                  <c:v>1.9026</c:v>
                </c:pt>
                <c:pt idx="16">
                  <c:v>1.9026</c:v>
                </c:pt>
                <c:pt idx="17">
                  <c:v>1.9026</c:v>
                </c:pt>
                <c:pt idx="18">
                  <c:v>1.9026</c:v>
                </c:pt>
                <c:pt idx="19">
                  <c:v>1.9026</c:v>
                </c:pt>
                <c:pt idx="20">
                  <c:v>1.9026</c:v>
                </c:pt>
                <c:pt idx="21">
                  <c:v>1.9026</c:v>
                </c:pt>
                <c:pt idx="22">
                  <c:v>1.9026</c:v>
                </c:pt>
                <c:pt idx="23">
                  <c:v>1.9027</c:v>
                </c:pt>
                <c:pt idx="24">
                  <c:v>1.9027</c:v>
                </c:pt>
                <c:pt idx="25">
                  <c:v>1.9027</c:v>
                </c:pt>
                <c:pt idx="26">
                  <c:v>1.9027</c:v>
                </c:pt>
                <c:pt idx="27">
                  <c:v>1.9027</c:v>
                </c:pt>
                <c:pt idx="28">
                  <c:v>1.9027</c:v>
                </c:pt>
                <c:pt idx="29">
                  <c:v>1.9027</c:v>
                </c:pt>
                <c:pt idx="30">
                  <c:v>1.9027</c:v>
                </c:pt>
                <c:pt idx="31">
                  <c:v>1.9027</c:v>
                </c:pt>
                <c:pt idx="32">
                  <c:v>1.9027</c:v>
                </c:pt>
                <c:pt idx="33">
                  <c:v>1.9027</c:v>
                </c:pt>
                <c:pt idx="34">
                  <c:v>1.9027</c:v>
                </c:pt>
                <c:pt idx="35">
                  <c:v>1.9027</c:v>
                </c:pt>
                <c:pt idx="36">
                  <c:v>1.9027</c:v>
                </c:pt>
                <c:pt idx="37">
                  <c:v>1.9027</c:v>
                </c:pt>
                <c:pt idx="38">
                  <c:v>1.9027</c:v>
                </c:pt>
                <c:pt idx="39">
                  <c:v>1.9027</c:v>
                </c:pt>
                <c:pt idx="40">
                  <c:v>1.9027</c:v>
                </c:pt>
                <c:pt idx="41">
                  <c:v>1.9028</c:v>
                </c:pt>
                <c:pt idx="42">
                  <c:v>1.9027</c:v>
                </c:pt>
                <c:pt idx="43">
                  <c:v>1.9028</c:v>
                </c:pt>
                <c:pt idx="44">
                  <c:v>1.9027</c:v>
                </c:pt>
                <c:pt idx="45">
                  <c:v>1.9027</c:v>
                </c:pt>
                <c:pt idx="46">
                  <c:v>1.9027</c:v>
                </c:pt>
                <c:pt idx="47">
                  <c:v>1.9027</c:v>
                </c:pt>
                <c:pt idx="48">
                  <c:v>1.9028</c:v>
                </c:pt>
                <c:pt idx="49">
                  <c:v>1.9027</c:v>
                </c:pt>
                <c:pt idx="50">
                  <c:v>1.9028</c:v>
                </c:pt>
                <c:pt idx="51">
                  <c:v>1.9028</c:v>
                </c:pt>
                <c:pt idx="52">
                  <c:v>1.9028</c:v>
                </c:pt>
                <c:pt idx="53">
                  <c:v>1.9028</c:v>
                </c:pt>
                <c:pt idx="54">
                  <c:v>1.9027</c:v>
                </c:pt>
                <c:pt idx="55">
                  <c:v>1.9027</c:v>
                </c:pt>
                <c:pt idx="56">
                  <c:v>1.9027</c:v>
                </c:pt>
                <c:pt idx="57">
                  <c:v>1.9028</c:v>
                </c:pt>
                <c:pt idx="58">
                  <c:v>1.9028</c:v>
                </c:pt>
                <c:pt idx="59">
                  <c:v>1.9027</c:v>
                </c:pt>
                <c:pt idx="60">
                  <c:v>1.9028</c:v>
                </c:pt>
                <c:pt idx="61">
                  <c:v>1.9028</c:v>
                </c:pt>
                <c:pt idx="62">
                  <c:v>1.9028</c:v>
                </c:pt>
                <c:pt idx="63">
                  <c:v>1.9028</c:v>
                </c:pt>
                <c:pt idx="64">
                  <c:v>1.9028</c:v>
                </c:pt>
                <c:pt idx="65">
                  <c:v>1.9028</c:v>
                </c:pt>
                <c:pt idx="66">
                  <c:v>1.9028</c:v>
                </c:pt>
                <c:pt idx="67">
                  <c:v>1.9028</c:v>
                </c:pt>
                <c:pt idx="68">
                  <c:v>1.9028</c:v>
                </c:pt>
                <c:pt idx="69">
                  <c:v>1.9028</c:v>
                </c:pt>
                <c:pt idx="70">
                  <c:v>1.9028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Sheet1!$B$74</c:f>
              <c:strCache>
                <c:ptCount val="1"/>
                <c:pt idx="0">
                  <c:v>2 inside, standard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circle"/>
            <c:size val="4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Sheet1!$A$75:$A$144</c:f>
              <c:numCache>
                <c:formatCode>General</c:formatCode>
                <c:ptCount val="70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8.05</c:v>
                </c:pt>
                <c:pt idx="29">
                  <c:v>8.15</c:v>
                </c:pt>
                <c:pt idx="30">
                  <c:v>8.25</c:v>
                </c:pt>
                <c:pt idx="31">
                  <c:v>8.35</c:v>
                </c:pt>
                <c:pt idx="32">
                  <c:v>8.45</c:v>
                </c:pt>
                <c:pt idx="33">
                  <c:v>8.55</c:v>
                </c:pt>
                <c:pt idx="34">
                  <c:v>8.65</c:v>
                </c:pt>
                <c:pt idx="35">
                  <c:v>8.75</c:v>
                </c:pt>
                <c:pt idx="36">
                  <c:v>8.85</c:v>
                </c:pt>
                <c:pt idx="37">
                  <c:v>8.95</c:v>
                </c:pt>
                <c:pt idx="38">
                  <c:v>9.05</c:v>
                </c:pt>
                <c:pt idx="39">
                  <c:v>9.15</c:v>
                </c:pt>
                <c:pt idx="40">
                  <c:v>9.25</c:v>
                </c:pt>
                <c:pt idx="41">
                  <c:v>9.35</c:v>
                </c:pt>
                <c:pt idx="42">
                  <c:v>9.45</c:v>
                </c:pt>
                <c:pt idx="43">
                  <c:v>9.55</c:v>
                </c:pt>
                <c:pt idx="44">
                  <c:v>9.65</c:v>
                </c:pt>
                <c:pt idx="45">
                  <c:v>9.75</c:v>
                </c:pt>
                <c:pt idx="46">
                  <c:v>9.85</c:v>
                </c:pt>
                <c:pt idx="47">
                  <c:v>9.95</c:v>
                </c:pt>
                <c:pt idx="48">
                  <c:v>10.05</c:v>
                </c:pt>
                <c:pt idx="49">
                  <c:v>10.15</c:v>
                </c:pt>
                <c:pt idx="50">
                  <c:v>10.25</c:v>
                </c:pt>
                <c:pt idx="51">
                  <c:v>10.35</c:v>
                </c:pt>
                <c:pt idx="52">
                  <c:v>10.45</c:v>
                </c:pt>
                <c:pt idx="53">
                  <c:v>10.55</c:v>
                </c:pt>
                <c:pt idx="54">
                  <c:v>10.65</c:v>
                </c:pt>
                <c:pt idx="55">
                  <c:v>10.75</c:v>
                </c:pt>
                <c:pt idx="56">
                  <c:v>10.85</c:v>
                </c:pt>
                <c:pt idx="57">
                  <c:v>10.95</c:v>
                </c:pt>
                <c:pt idx="58">
                  <c:v>11.05</c:v>
                </c:pt>
                <c:pt idx="59">
                  <c:v>11.15</c:v>
                </c:pt>
                <c:pt idx="60">
                  <c:v>11.25</c:v>
                </c:pt>
                <c:pt idx="61">
                  <c:v>11.35</c:v>
                </c:pt>
                <c:pt idx="62">
                  <c:v>11.45</c:v>
                </c:pt>
                <c:pt idx="63">
                  <c:v>11.55</c:v>
                </c:pt>
                <c:pt idx="64">
                  <c:v>11.65</c:v>
                </c:pt>
                <c:pt idx="65">
                  <c:v>11.75</c:v>
                </c:pt>
                <c:pt idx="66">
                  <c:v>11.85</c:v>
                </c:pt>
                <c:pt idx="67">
                  <c:v>11.95</c:v>
                </c:pt>
                <c:pt idx="68">
                  <c:v>12.05</c:v>
                </c:pt>
                <c:pt idx="69">
                  <c:v>12.15</c:v>
                </c:pt>
              </c:numCache>
            </c:numRef>
          </c:xVal>
          <c:yVal>
            <c:numRef>
              <c:f>Sheet1!$B$75:$B$144</c:f>
              <c:numCache>
                <c:formatCode>General</c:formatCode>
                <c:ptCount val="70"/>
                <c:pt idx="0">
                  <c:v>1.9398</c:v>
                </c:pt>
                <c:pt idx="1">
                  <c:v>1.9399</c:v>
                </c:pt>
                <c:pt idx="2">
                  <c:v>1.94</c:v>
                </c:pt>
                <c:pt idx="3">
                  <c:v>1.94</c:v>
                </c:pt>
                <c:pt idx="4">
                  <c:v>1.9401</c:v>
                </c:pt>
                <c:pt idx="5">
                  <c:v>1.9402</c:v>
                </c:pt>
                <c:pt idx="6">
                  <c:v>1.9402</c:v>
                </c:pt>
                <c:pt idx="7">
                  <c:v>1.9399</c:v>
                </c:pt>
                <c:pt idx="8">
                  <c:v>1.9399</c:v>
                </c:pt>
                <c:pt idx="9">
                  <c:v>1.9402</c:v>
                </c:pt>
                <c:pt idx="10">
                  <c:v>1.9402</c:v>
                </c:pt>
                <c:pt idx="11">
                  <c:v>1.9402</c:v>
                </c:pt>
                <c:pt idx="12">
                  <c:v>1.9403</c:v>
                </c:pt>
                <c:pt idx="13">
                  <c:v>1.9403</c:v>
                </c:pt>
                <c:pt idx="14">
                  <c:v>1.9403</c:v>
                </c:pt>
                <c:pt idx="15">
                  <c:v>1.9403</c:v>
                </c:pt>
                <c:pt idx="16">
                  <c:v>1.9403</c:v>
                </c:pt>
                <c:pt idx="17">
                  <c:v>1.9402</c:v>
                </c:pt>
                <c:pt idx="18">
                  <c:v>1.9403</c:v>
                </c:pt>
                <c:pt idx="19">
                  <c:v>1.9402</c:v>
                </c:pt>
                <c:pt idx="20">
                  <c:v>1.9402</c:v>
                </c:pt>
                <c:pt idx="21">
                  <c:v>1.9402</c:v>
                </c:pt>
                <c:pt idx="22">
                  <c:v>1.9402</c:v>
                </c:pt>
                <c:pt idx="23">
                  <c:v>1.9402</c:v>
                </c:pt>
                <c:pt idx="24">
                  <c:v>1.9401</c:v>
                </c:pt>
                <c:pt idx="25">
                  <c:v>1.9401</c:v>
                </c:pt>
                <c:pt idx="26">
                  <c:v>1.94</c:v>
                </c:pt>
                <c:pt idx="27">
                  <c:v>1.9396</c:v>
                </c:pt>
                <c:pt idx="28">
                  <c:v>1.9398</c:v>
                </c:pt>
                <c:pt idx="29">
                  <c:v>1.9395</c:v>
                </c:pt>
                <c:pt idx="30">
                  <c:v>1.9391</c:v>
                </c:pt>
                <c:pt idx="31">
                  <c:v>1.939</c:v>
                </c:pt>
                <c:pt idx="32">
                  <c:v>1.9388</c:v>
                </c:pt>
                <c:pt idx="33">
                  <c:v>1.9386</c:v>
                </c:pt>
                <c:pt idx="34">
                  <c:v>1.9384</c:v>
                </c:pt>
                <c:pt idx="35">
                  <c:v>1.9381</c:v>
                </c:pt>
                <c:pt idx="36">
                  <c:v>1.938</c:v>
                </c:pt>
                <c:pt idx="37">
                  <c:v>1.9378</c:v>
                </c:pt>
                <c:pt idx="38">
                  <c:v>1.9377</c:v>
                </c:pt>
                <c:pt idx="39">
                  <c:v>1.9375</c:v>
                </c:pt>
                <c:pt idx="40">
                  <c:v>1.9374</c:v>
                </c:pt>
                <c:pt idx="41">
                  <c:v>1.9372</c:v>
                </c:pt>
                <c:pt idx="42">
                  <c:v>1.9371</c:v>
                </c:pt>
                <c:pt idx="43">
                  <c:v>1.937</c:v>
                </c:pt>
                <c:pt idx="44">
                  <c:v>1.9369</c:v>
                </c:pt>
                <c:pt idx="45">
                  <c:v>1.9368</c:v>
                </c:pt>
                <c:pt idx="46">
                  <c:v>1.9367</c:v>
                </c:pt>
                <c:pt idx="47">
                  <c:v>1.9366</c:v>
                </c:pt>
                <c:pt idx="48">
                  <c:v>1.9365</c:v>
                </c:pt>
                <c:pt idx="49">
                  <c:v>1.9365</c:v>
                </c:pt>
                <c:pt idx="50">
                  <c:v>1.9364</c:v>
                </c:pt>
                <c:pt idx="51">
                  <c:v>1.9364</c:v>
                </c:pt>
                <c:pt idx="52">
                  <c:v>1.9363</c:v>
                </c:pt>
                <c:pt idx="53">
                  <c:v>1.9362</c:v>
                </c:pt>
                <c:pt idx="54">
                  <c:v>1.9362</c:v>
                </c:pt>
                <c:pt idx="55">
                  <c:v>1.9361</c:v>
                </c:pt>
                <c:pt idx="56">
                  <c:v>1.9361</c:v>
                </c:pt>
                <c:pt idx="57">
                  <c:v>1.936</c:v>
                </c:pt>
                <c:pt idx="58">
                  <c:v>1.936</c:v>
                </c:pt>
                <c:pt idx="59">
                  <c:v>1.936</c:v>
                </c:pt>
                <c:pt idx="60">
                  <c:v>1.9359</c:v>
                </c:pt>
                <c:pt idx="61">
                  <c:v>1.9359</c:v>
                </c:pt>
                <c:pt idx="62">
                  <c:v>1.9359</c:v>
                </c:pt>
                <c:pt idx="63">
                  <c:v>1.9358</c:v>
                </c:pt>
                <c:pt idx="64">
                  <c:v>1.9358</c:v>
                </c:pt>
                <c:pt idx="65">
                  <c:v>1.9358</c:v>
                </c:pt>
                <c:pt idx="66">
                  <c:v>1.9358</c:v>
                </c:pt>
                <c:pt idx="67">
                  <c:v>1.9357</c:v>
                </c:pt>
                <c:pt idx="68">
                  <c:v>1.9357</c:v>
                </c:pt>
                <c:pt idx="69">
                  <c:v>1.9357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Sheet1!$B$146</c:f>
              <c:strCache>
                <c:ptCount val="1"/>
                <c:pt idx="0">
                  <c:v>3 outside, over-etched</c:v>
                </c:pt>
              </c:strCache>
            </c:strRef>
          </c:tx>
          <c:spPr>
            <a:ln w="19050">
              <a:solidFill>
                <a:srgbClr val="F0A08F"/>
              </a:solidFill>
              <a:prstDash val="dash"/>
            </a:ln>
          </c:spPr>
          <c:marker>
            <c:symbol val="circle"/>
            <c:size val="4"/>
            <c:spPr>
              <a:solidFill>
                <a:srgbClr val="F0A08F"/>
              </a:solidFill>
              <a:ln>
                <a:solidFill>
                  <a:srgbClr val="F0A08F"/>
                </a:solidFill>
              </a:ln>
            </c:spPr>
          </c:marker>
          <c:xVal>
            <c:numRef>
              <c:f>Sheet1!$A$147:$A$217</c:f>
              <c:numCache>
                <c:formatCode>General</c:formatCode>
                <c:ptCount val="71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7.95</c:v>
                </c:pt>
                <c:pt idx="29">
                  <c:v>8.05</c:v>
                </c:pt>
                <c:pt idx="30">
                  <c:v>8.15</c:v>
                </c:pt>
                <c:pt idx="31">
                  <c:v>8.25</c:v>
                </c:pt>
                <c:pt idx="32">
                  <c:v>8.35</c:v>
                </c:pt>
                <c:pt idx="33">
                  <c:v>8.45</c:v>
                </c:pt>
                <c:pt idx="34">
                  <c:v>8.55</c:v>
                </c:pt>
                <c:pt idx="35">
                  <c:v>8.65</c:v>
                </c:pt>
                <c:pt idx="36">
                  <c:v>8.75</c:v>
                </c:pt>
                <c:pt idx="37">
                  <c:v>8.85</c:v>
                </c:pt>
                <c:pt idx="38">
                  <c:v>8.95</c:v>
                </c:pt>
                <c:pt idx="39">
                  <c:v>9.05</c:v>
                </c:pt>
                <c:pt idx="40">
                  <c:v>9.15</c:v>
                </c:pt>
                <c:pt idx="41">
                  <c:v>9.25</c:v>
                </c:pt>
                <c:pt idx="42">
                  <c:v>9.35</c:v>
                </c:pt>
                <c:pt idx="43">
                  <c:v>9.45</c:v>
                </c:pt>
                <c:pt idx="44">
                  <c:v>9.55</c:v>
                </c:pt>
                <c:pt idx="45">
                  <c:v>9.65</c:v>
                </c:pt>
                <c:pt idx="46">
                  <c:v>9.75</c:v>
                </c:pt>
                <c:pt idx="47">
                  <c:v>9.85</c:v>
                </c:pt>
                <c:pt idx="48">
                  <c:v>9.95</c:v>
                </c:pt>
                <c:pt idx="49">
                  <c:v>10.05</c:v>
                </c:pt>
                <c:pt idx="50">
                  <c:v>10.15</c:v>
                </c:pt>
                <c:pt idx="51">
                  <c:v>10.25</c:v>
                </c:pt>
                <c:pt idx="52">
                  <c:v>10.35</c:v>
                </c:pt>
                <c:pt idx="53">
                  <c:v>10.45</c:v>
                </c:pt>
                <c:pt idx="54">
                  <c:v>10.55</c:v>
                </c:pt>
                <c:pt idx="55">
                  <c:v>10.65</c:v>
                </c:pt>
                <c:pt idx="56">
                  <c:v>10.75</c:v>
                </c:pt>
                <c:pt idx="57">
                  <c:v>10.85</c:v>
                </c:pt>
                <c:pt idx="58">
                  <c:v>10.95</c:v>
                </c:pt>
                <c:pt idx="59">
                  <c:v>11.05</c:v>
                </c:pt>
                <c:pt idx="60">
                  <c:v>11.15</c:v>
                </c:pt>
                <c:pt idx="61">
                  <c:v>11.25</c:v>
                </c:pt>
                <c:pt idx="62">
                  <c:v>11.35</c:v>
                </c:pt>
                <c:pt idx="63">
                  <c:v>11.45</c:v>
                </c:pt>
                <c:pt idx="64">
                  <c:v>11.55</c:v>
                </c:pt>
                <c:pt idx="65">
                  <c:v>11.65</c:v>
                </c:pt>
                <c:pt idx="66">
                  <c:v>11.75</c:v>
                </c:pt>
                <c:pt idx="67">
                  <c:v>11.85</c:v>
                </c:pt>
                <c:pt idx="68">
                  <c:v>11.95</c:v>
                </c:pt>
                <c:pt idx="69">
                  <c:v>12.05</c:v>
                </c:pt>
                <c:pt idx="70">
                  <c:v>12.15</c:v>
                </c:pt>
              </c:numCache>
            </c:numRef>
          </c:xVal>
          <c:yVal>
            <c:numRef>
              <c:f>Sheet1!$B$147:$B$217</c:f>
              <c:numCache>
                <c:formatCode>General</c:formatCode>
                <c:ptCount val="71"/>
                <c:pt idx="0">
                  <c:v>1.8661</c:v>
                </c:pt>
                <c:pt idx="1">
                  <c:v>1.8691</c:v>
                </c:pt>
                <c:pt idx="2">
                  <c:v>1.8718</c:v>
                </c:pt>
                <c:pt idx="3">
                  <c:v>1.8742</c:v>
                </c:pt>
                <c:pt idx="4">
                  <c:v>1.8763</c:v>
                </c:pt>
                <c:pt idx="5">
                  <c:v>1.8782</c:v>
                </c:pt>
                <c:pt idx="6">
                  <c:v>1.88</c:v>
                </c:pt>
                <c:pt idx="7">
                  <c:v>1.8814</c:v>
                </c:pt>
                <c:pt idx="8">
                  <c:v>1.8828</c:v>
                </c:pt>
                <c:pt idx="9">
                  <c:v>1.8843</c:v>
                </c:pt>
                <c:pt idx="10">
                  <c:v>1.8856</c:v>
                </c:pt>
                <c:pt idx="11">
                  <c:v>1.8866</c:v>
                </c:pt>
                <c:pt idx="12">
                  <c:v>1.8876</c:v>
                </c:pt>
                <c:pt idx="13">
                  <c:v>1.8886</c:v>
                </c:pt>
                <c:pt idx="14">
                  <c:v>1.8894</c:v>
                </c:pt>
                <c:pt idx="15">
                  <c:v>1.8902</c:v>
                </c:pt>
                <c:pt idx="16">
                  <c:v>1.8909</c:v>
                </c:pt>
                <c:pt idx="17">
                  <c:v>1.8916</c:v>
                </c:pt>
                <c:pt idx="18">
                  <c:v>1.8922</c:v>
                </c:pt>
                <c:pt idx="19">
                  <c:v>1.8928</c:v>
                </c:pt>
                <c:pt idx="20">
                  <c:v>1.8933</c:v>
                </c:pt>
                <c:pt idx="21">
                  <c:v>1.8938</c:v>
                </c:pt>
                <c:pt idx="22">
                  <c:v>1.8942</c:v>
                </c:pt>
                <c:pt idx="23">
                  <c:v>1.8947</c:v>
                </c:pt>
                <c:pt idx="24">
                  <c:v>1.8951</c:v>
                </c:pt>
                <c:pt idx="25">
                  <c:v>1.8955</c:v>
                </c:pt>
                <c:pt idx="26">
                  <c:v>1.8958</c:v>
                </c:pt>
                <c:pt idx="27">
                  <c:v>1.8962</c:v>
                </c:pt>
                <c:pt idx="28">
                  <c:v>1.8965</c:v>
                </c:pt>
                <c:pt idx="29">
                  <c:v>1.8967</c:v>
                </c:pt>
                <c:pt idx="30">
                  <c:v>1.897</c:v>
                </c:pt>
                <c:pt idx="31">
                  <c:v>1.8973</c:v>
                </c:pt>
                <c:pt idx="32">
                  <c:v>1.8975</c:v>
                </c:pt>
                <c:pt idx="33">
                  <c:v>1.8977</c:v>
                </c:pt>
                <c:pt idx="34">
                  <c:v>1.8979</c:v>
                </c:pt>
                <c:pt idx="35">
                  <c:v>1.8982</c:v>
                </c:pt>
                <c:pt idx="36">
                  <c:v>1.8984</c:v>
                </c:pt>
                <c:pt idx="37">
                  <c:v>1.8986</c:v>
                </c:pt>
                <c:pt idx="38">
                  <c:v>1.8987</c:v>
                </c:pt>
                <c:pt idx="39">
                  <c:v>1.8989</c:v>
                </c:pt>
                <c:pt idx="40">
                  <c:v>1.899</c:v>
                </c:pt>
                <c:pt idx="41">
                  <c:v>1.8992</c:v>
                </c:pt>
                <c:pt idx="42">
                  <c:v>1.8993</c:v>
                </c:pt>
                <c:pt idx="43">
                  <c:v>1.8994</c:v>
                </c:pt>
                <c:pt idx="44">
                  <c:v>1.8996</c:v>
                </c:pt>
                <c:pt idx="45">
                  <c:v>1.8997</c:v>
                </c:pt>
                <c:pt idx="46">
                  <c:v>1.8998</c:v>
                </c:pt>
                <c:pt idx="47">
                  <c:v>1.8999</c:v>
                </c:pt>
                <c:pt idx="48">
                  <c:v>1.9001</c:v>
                </c:pt>
                <c:pt idx="49">
                  <c:v>1.9002</c:v>
                </c:pt>
                <c:pt idx="50">
                  <c:v>1.9003</c:v>
                </c:pt>
                <c:pt idx="51">
                  <c:v>1.9004</c:v>
                </c:pt>
                <c:pt idx="52">
                  <c:v>1.9004</c:v>
                </c:pt>
                <c:pt idx="53">
                  <c:v>1.9005</c:v>
                </c:pt>
                <c:pt idx="54">
                  <c:v>1.9006</c:v>
                </c:pt>
                <c:pt idx="55">
                  <c:v>1.9007</c:v>
                </c:pt>
                <c:pt idx="56">
                  <c:v>1.9007</c:v>
                </c:pt>
                <c:pt idx="57">
                  <c:v>1.9008</c:v>
                </c:pt>
                <c:pt idx="58">
                  <c:v>1.9009</c:v>
                </c:pt>
                <c:pt idx="59">
                  <c:v>1.9009</c:v>
                </c:pt>
                <c:pt idx="60">
                  <c:v>1.901</c:v>
                </c:pt>
                <c:pt idx="61">
                  <c:v>1.9011</c:v>
                </c:pt>
                <c:pt idx="62">
                  <c:v>1.9011</c:v>
                </c:pt>
                <c:pt idx="63">
                  <c:v>1.9012</c:v>
                </c:pt>
                <c:pt idx="64">
                  <c:v>1.9013</c:v>
                </c:pt>
                <c:pt idx="65">
                  <c:v>1.9014</c:v>
                </c:pt>
                <c:pt idx="66">
                  <c:v>1.9014</c:v>
                </c:pt>
                <c:pt idx="67">
                  <c:v>1.9014</c:v>
                </c:pt>
                <c:pt idx="68">
                  <c:v>1.9015</c:v>
                </c:pt>
                <c:pt idx="69">
                  <c:v>1.9015</c:v>
                </c:pt>
                <c:pt idx="70">
                  <c:v>1.9016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Sheet1!$B$219</c:f>
              <c:strCache>
                <c:ptCount val="1"/>
                <c:pt idx="0">
                  <c:v>4 inside, over-etched</c:v>
                </c:pt>
              </c:strCache>
            </c:strRef>
          </c:tx>
          <c:spPr>
            <a:ln w="19050">
              <a:solidFill>
                <a:srgbClr val="7FB3EA"/>
              </a:solidFill>
              <a:prstDash val="dash"/>
            </a:ln>
          </c:spPr>
          <c:marker>
            <c:symbol val="circle"/>
            <c:size val="4"/>
            <c:spPr>
              <a:solidFill>
                <a:srgbClr val="7FB3EA"/>
              </a:solidFill>
              <a:ln>
                <a:solidFill>
                  <a:srgbClr val="7FB3EA"/>
                </a:solidFill>
              </a:ln>
            </c:spPr>
          </c:marker>
          <c:xVal>
            <c:numRef>
              <c:f>Sheet1!$A$220:$A$289</c:f>
              <c:numCache>
                <c:formatCode>General</c:formatCode>
                <c:ptCount val="70"/>
                <c:pt idx="0">
                  <c:v>5.15</c:v>
                </c:pt>
                <c:pt idx="1">
                  <c:v>5.25</c:v>
                </c:pt>
                <c:pt idx="2">
                  <c:v>5.35</c:v>
                </c:pt>
                <c:pt idx="3">
                  <c:v>5.45</c:v>
                </c:pt>
                <c:pt idx="4">
                  <c:v>5.55</c:v>
                </c:pt>
                <c:pt idx="5">
                  <c:v>5.65</c:v>
                </c:pt>
                <c:pt idx="6">
                  <c:v>5.75</c:v>
                </c:pt>
                <c:pt idx="7">
                  <c:v>5.85</c:v>
                </c:pt>
                <c:pt idx="8">
                  <c:v>5.95</c:v>
                </c:pt>
                <c:pt idx="9">
                  <c:v>6.05</c:v>
                </c:pt>
                <c:pt idx="10">
                  <c:v>6.15</c:v>
                </c:pt>
                <c:pt idx="11">
                  <c:v>6.25</c:v>
                </c:pt>
                <c:pt idx="12">
                  <c:v>6.35</c:v>
                </c:pt>
                <c:pt idx="13">
                  <c:v>6.45</c:v>
                </c:pt>
                <c:pt idx="14">
                  <c:v>6.55</c:v>
                </c:pt>
                <c:pt idx="15">
                  <c:v>6.65</c:v>
                </c:pt>
                <c:pt idx="16">
                  <c:v>6.75</c:v>
                </c:pt>
                <c:pt idx="17">
                  <c:v>6.85</c:v>
                </c:pt>
                <c:pt idx="18">
                  <c:v>6.95</c:v>
                </c:pt>
                <c:pt idx="19">
                  <c:v>7.05</c:v>
                </c:pt>
                <c:pt idx="20">
                  <c:v>7.15</c:v>
                </c:pt>
                <c:pt idx="21">
                  <c:v>7.25</c:v>
                </c:pt>
                <c:pt idx="22">
                  <c:v>7.35</c:v>
                </c:pt>
                <c:pt idx="23">
                  <c:v>7.45</c:v>
                </c:pt>
                <c:pt idx="24">
                  <c:v>7.55</c:v>
                </c:pt>
                <c:pt idx="25">
                  <c:v>7.65</c:v>
                </c:pt>
                <c:pt idx="26">
                  <c:v>7.75</c:v>
                </c:pt>
                <c:pt idx="27">
                  <c:v>7.85</c:v>
                </c:pt>
                <c:pt idx="28">
                  <c:v>8.05</c:v>
                </c:pt>
                <c:pt idx="29">
                  <c:v>8.15</c:v>
                </c:pt>
                <c:pt idx="30">
                  <c:v>8.25</c:v>
                </c:pt>
                <c:pt idx="31">
                  <c:v>8.35</c:v>
                </c:pt>
                <c:pt idx="32">
                  <c:v>8.45</c:v>
                </c:pt>
                <c:pt idx="33">
                  <c:v>8.55</c:v>
                </c:pt>
                <c:pt idx="34">
                  <c:v>8.65</c:v>
                </c:pt>
                <c:pt idx="35">
                  <c:v>8.75</c:v>
                </c:pt>
                <c:pt idx="36">
                  <c:v>8.85</c:v>
                </c:pt>
                <c:pt idx="37">
                  <c:v>8.95</c:v>
                </c:pt>
                <c:pt idx="38">
                  <c:v>9.05</c:v>
                </c:pt>
                <c:pt idx="39">
                  <c:v>9.15</c:v>
                </c:pt>
                <c:pt idx="40">
                  <c:v>9.25</c:v>
                </c:pt>
                <c:pt idx="41">
                  <c:v>9.35</c:v>
                </c:pt>
                <c:pt idx="42">
                  <c:v>9.45</c:v>
                </c:pt>
                <c:pt idx="43">
                  <c:v>9.55</c:v>
                </c:pt>
                <c:pt idx="44">
                  <c:v>9.65</c:v>
                </c:pt>
                <c:pt idx="45">
                  <c:v>9.75</c:v>
                </c:pt>
                <c:pt idx="46">
                  <c:v>9.85</c:v>
                </c:pt>
                <c:pt idx="47">
                  <c:v>9.95</c:v>
                </c:pt>
                <c:pt idx="48">
                  <c:v>10.05</c:v>
                </c:pt>
                <c:pt idx="49">
                  <c:v>10.15</c:v>
                </c:pt>
                <c:pt idx="50">
                  <c:v>10.25</c:v>
                </c:pt>
                <c:pt idx="51">
                  <c:v>10.35</c:v>
                </c:pt>
                <c:pt idx="52">
                  <c:v>10.45</c:v>
                </c:pt>
                <c:pt idx="53">
                  <c:v>10.55</c:v>
                </c:pt>
                <c:pt idx="54">
                  <c:v>10.65</c:v>
                </c:pt>
                <c:pt idx="55">
                  <c:v>10.75</c:v>
                </c:pt>
                <c:pt idx="56">
                  <c:v>10.85</c:v>
                </c:pt>
                <c:pt idx="57">
                  <c:v>10.95</c:v>
                </c:pt>
                <c:pt idx="58">
                  <c:v>11.05</c:v>
                </c:pt>
                <c:pt idx="59">
                  <c:v>11.15</c:v>
                </c:pt>
                <c:pt idx="60">
                  <c:v>11.25</c:v>
                </c:pt>
                <c:pt idx="61">
                  <c:v>11.35</c:v>
                </c:pt>
                <c:pt idx="62">
                  <c:v>11.45</c:v>
                </c:pt>
                <c:pt idx="63">
                  <c:v>11.55</c:v>
                </c:pt>
                <c:pt idx="64">
                  <c:v>11.65</c:v>
                </c:pt>
                <c:pt idx="65">
                  <c:v>11.75</c:v>
                </c:pt>
                <c:pt idx="66">
                  <c:v>11.85</c:v>
                </c:pt>
                <c:pt idx="67">
                  <c:v>11.95</c:v>
                </c:pt>
                <c:pt idx="68">
                  <c:v>12.05</c:v>
                </c:pt>
                <c:pt idx="69">
                  <c:v>12.15</c:v>
                </c:pt>
              </c:numCache>
            </c:numRef>
          </c:xVal>
          <c:yVal>
            <c:numRef>
              <c:f>Sheet1!$B$220:$B$289</c:f>
              <c:numCache>
                <c:formatCode>General</c:formatCode>
                <c:ptCount val="70"/>
                <c:pt idx="0">
                  <c:v>1.8971</c:v>
                </c:pt>
                <c:pt idx="1">
                  <c:v>1.9001</c:v>
                </c:pt>
                <c:pt idx="2">
                  <c:v>1.9031</c:v>
                </c:pt>
                <c:pt idx="3">
                  <c:v>1.9057</c:v>
                </c:pt>
                <c:pt idx="4">
                  <c:v>1.9081</c:v>
                </c:pt>
                <c:pt idx="5">
                  <c:v>1.9103</c:v>
                </c:pt>
                <c:pt idx="6">
                  <c:v>1.9123</c:v>
                </c:pt>
                <c:pt idx="7">
                  <c:v>1.9139</c:v>
                </c:pt>
                <c:pt idx="8">
                  <c:v>1.9155</c:v>
                </c:pt>
                <c:pt idx="9">
                  <c:v>1.9173</c:v>
                </c:pt>
                <c:pt idx="10">
                  <c:v>1.9187</c:v>
                </c:pt>
                <c:pt idx="11">
                  <c:v>1.9199</c:v>
                </c:pt>
                <c:pt idx="12">
                  <c:v>1.9211</c:v>
                </c:pt>
                <c:pt idx="13">
                  <c:v>1.9222</c:v>
                </c:pt>
                <c:pt idx="14">
                  <c:v>1.9232</c:v>
                </c:pt>
                <c:pt idx="15">
                  <c:v>1.9241</c:v>
                </c:pt>
                <c:pt idx="16">
                  <c:v>1.925</c:v>
                </c:pt>
                <c:pt idx="17">
                  <c:v>1.9258</c:v>
                </c:pt>
                <c:pt idx="18">
                  <c:v>1.9266</c:v>
                </c:pt>
                <c:pt idx="19">
                  <c:v>1.9273</c:v>
                </c:pt>
                <c:pt idx="20">
                  <c:v>1.928</c:v>
                </c:pt>
                <c:pt idx="21">
                  <c:v>1.9286</c:v>
                </c:pt>
                <c:pt idx="22">
                  <c:v>1.9293</c:v>
                </c:pt>
                <c:pt idx="23">
                  <c:v>1.9299</c:v>
                </c:pt>
                <c:pt idx="24">
                  <c:v>1.9305</c:v>
                </c:pt>
                <c:pt idx="25">
                  <c:v>1.9311</c:v>
                </c:pt>
                <c:pt idx="26">
                  <c:v>1.9316</c:v>
                </c:pt>
                <c:pt idx="27">
                  <c:v>1.9319</c:v>
                </c:pt>
                <c:pt idx="28">
                  <c:v>1.9389</c:v>
                </c:pt>
                <c:pt idx="29">
                  <c:v>1.9387</c:v>
                </c:pt>
                <c:pt idx="30">
                  <c:v>1.9383</c:v>
                </c:pt>
                <c:pt idx="31">
                  <c:v>1.9382</c:v>
                </c:pt>
                <c:pt idx="32">
                  <c:v>1.938</c:v>
                </c:pt>
                <c:pt idx="33">
                  <c:v>1.9377</c:v>
                </c:pt>
                <c:pt idx="34">
                  <c:v>1.9375</c:v>
                </c:pt>
                <c:pt idx="35">
                  <c:v>1.9373</c:v>
                </c:pt>
                <c:pt idx="36">
                  <c:v>1.9372</c:v>
                </c:pt>
                <c:pt idx="37">
                  <c:v>1.937</c:v>
                </c:pt>
                <c:pt idx="38">
                  <c:v>1.9368</c:v>
                </c:pt>
                <c:pt idx="39">
                  <c:v>1.9367</c:v>
                </c:pt>
                <c:pt idx="40">
                  <c:v>1.9365</c:v>
                </c:pt>
                <c:pt idx="41">
                  <c:v>1.9364</c:v>
                </c:pt>
                <c:pt idx="42">
                  <c:v>1.9363</c:v>
                </c:pt>
                <c:pt idx="43">
                  <c:v>1.9362</c:v>
                </c:pt>
                <c:pt idx="44">
                  <c:v>1.9361</c:v>
                </c:pt>
                <c:pt idx="45">
                  <c:v>1.936</c:v>
                </c:pt>
                <c:pt idx="46">
                  <c:v>1.9359</c:v>
                </c:pt>
                <c:pt idx="47">
                  <c:v>1.9359</c:v>
                </c:pt>
                <c:pt idx="48">
                  <c:v>1.9358</c:v>
                </c:pt>
                <c:pt idx="49">
                  <c:v>1.9357</c:v>
                </c:pt>
                <c:pt idx="50">
                  <c:v>1.9357</c:v>
                </c:pt>
                <c:pt idx="51">
                  <c:v>1.9356</c:v>
                </c:pt>
                <c:pt idx="52">
                  <c:v>1.9356</c:v>
                </c:pt>
                <c:pt idx="53">
                  <c:v>1.9355</c:v>
                </c:pt>
                <c:pt idx="54">
                  <c:v>1.9355</c:v>
                </c:pt>
                <c:pt idx="55">
                  <c:v>1.9354</c:v>
                </c:pt>
                <c:pt idx="56">
                  <c:v>1.9354</c:v>
                </c:pt>
                <c:pt idx="57">
                  <c:v>1.9354</c:v>
                </c:pt>
                <c:pt idx="58">
                  <c:v>1.9354</c:v>
                </c:pt>
                <c:pt idx="59">
                  <c:v>1.9353</c:v>
                </c:pt>
                <c:pt idx="60">
                  <c:v>1.9353</c:v>
                </c:pt>
                <c:pt idx="61">
                  <c:v>1.9353</c:v>
                </c:pt>
                <c:pt idx="62">
                  <c:v>1.9352</c:v>
                </c:pt>
                <c:pt idx="63">
                  <c:v>1.9352</c:v>
                </c:pt>
                <c:pt idx="64">
                  <c:v>1.9353</c:v>
                </c:pt>
                <c:pt idx="65">
                  <c:v>1.9352</c:v>
                </c:pt>
                <c:pt idx="66">
                  <c:v>1.9352</c:v>
                </c:pt>
                <c:pt idx="67">
                  <c:v>1.9352</c:v>
                </c:pt>
                <c:pt idx="68">
                  <c:v>1.9352</c:v>
                </c:pt>
                <c:pt idx="69">
                  <c:v>1.9352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2.5"/>
          <c:min val="5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Slab top width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.0"/>
          <c:min val="1.8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 outside of tee, over-etched</c:v>
                </c:pt>
              </c:strCache>
            </c:strRef>
          </c:tx>
          <c:spPr>
            <a:ln w="25400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1270</c:v>
                </c:pt>
                <c:pt idx="1">
                  <c:v>1275</c:v>
                </c:pt>
                <c:pt idx="2">
                  <c:v>1280</c:v>
                </c:pt>
                <c:pt idx="3">
                  <c:v>1285</c:v>
                </c:pt>
                <c:pt idx="4">
                  <c:v>1290</c:v>
                </c:pt>
                <c:pt idx="5">
                  <c:v>1295</c:v>
                </c:pt>
                <c:pt idx="6">
                  <c:v>1300</c:v>
                </c:pt>
                <c:pt idx="7">
                  <c:v>1305</c:v>
                </c:pt>
                <c:pt idx="8">
                  <c:v>1310</c:v>
                </c:pt>
                <c:pt idx="9">
                  <c:v>1315</c:v>
                </c:pt>
                <c:pt idx="10">
                  <c:v>1320</c:v>
                </c:pt>
                <c:pt idx="11">
                  <c:v>1325</c:v>
                </c:pt>
                <c:pt idx="12">
                  <c:v>1330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0.008520470140430014</c:v>
                </c:pt>
                <c:pt idx="1">
                  <c:v>0.009289543605086832</c:v>
                </c:pt>
                <c:pt idx="2">
                  <c:v>0.010329544382755948</c:v>
                </c:pt>
                <c:pt idx="3">
                  <c:v>0.011706799082666116</c:v>
                </c:pt>
                <c:pt idx="4">
                  <c:v>0.013517922993448409</c:v>
                </c:pt>
                <c:pt idx="5">
                  <c:v>0.015902424288862797</c:v>
                </c:pt>
                <c:pt idx="6">
                  <c:v>0.019062096100800605</c:v>
                </c:pt>
                <c:pt idx="7">
                  <c:v>0.023290313239656028</c:v>
                </c:pt>
                <c:pt idx="8">
                  <c:v>0.029014817630583868</c:v>
                </c:pt>
                <c:pt idx="9">
                  <c:v>0.03685517017718312</c:v>
                </c:pt>
                <c:pt idx="10">
                  <c:v>0.04768277058038455</c:v>
                </c:pt>
                <c:pt idx="11">
                  <c:v>0.06262441939922649</c:v>
                </c:pt>
                <c:pt idx="12">
                  <c:v>0.08282033150831211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Sheet1!$B$16</c:f>
              <c:strCache>
                <c:ptCount val="1"/>
                <c:pt idx="0">
                  <c:v>4 inside of tee, over-etched</c:v>
                </c:pt>
              </c:strCache>
            </c:strRef>
          </c:tx>
          <c:spPr>
            <a:ln w="25400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Sheet1!$A$17:$A$29</c:f>
              <c:numCache>
                <c:formatCode>General</c:formatCode>
                <c:ptCount val="13"/>
                <c:pt idx="0">
                  <c:v>1270</c:v>
                </c:pt>
                <c:pt idx="1">
                  <c:v>1275</c:v>
                </c:pt>
                <c:pt idx="2">
                  <c:v>1280</c:v>
                </c:pt>
                <c:pt idx="3">
                  <c:v>1285</c:v>
                </c:pt>
                <c:pt idx="4">
                  <c:v>1290</c:v>
                </c:pt>
                <c:pt idx="5">
                  <c:v>1295</c:v>
                </c:pt>
                <c:pt idx="6">
                  <c:v>1300</c:v>
                </c:pt>
                <c:pt idx="7">
                  <c:v>1305</c:v>
                </c:pt>
                <c:pt idx="8">
                  <c:v>1310</c:v>
                </c:pt>
                <c:pt idx="9">
                  <c:v>1315</c:v>
                </c:pt>
                <c:pt idx="10">
                  <c:v>1320</c:v>
                </c:pt>
                <c:pt idx="11">
                  <c:v>1325</c:v>
                </c:pt>
                <c:pt idx="12">
                  <c:v>1330</c:v>
                </c:pt>
              </c:numCache>
            </c:numRef>
          </c:xVal>
          <c:yVal>
            <c:numRef>
              <c:f>Sheet1!$B$17:$B$29</c:f>
              <c:numCache>
                <c:formatCode>General</c:formatCode>
                <c:ptCount val="13"/>
                <c:pt idx="0">
                  <c:v>0.008070592398561971</c:v>
                </c:pt>
                <c:pt idx="1">
                  <c:v>0.008983189270470312</c:v>
                </c:pt>
                <c:pt idx="2">
                  <c:v>0.010151266064485527</c:v>
                </c:pt>
                <c:pt idx="3">
                  <c:v>0.011639532538504613</c:v>
                </c:pt>
                <c:pt idx="4">
                  <c:v>0.013538379997401952</c:v>
                </c:pt>
                <c:pt idx="5">
                  <c:v>0.015974243664020223</c:v>
                </c:pt>
                <c:pt idx="6">
                  <c:v>0.0191251395401568</c:v>
                </c:pt>
                <c:pt idx="7">
                  <c:v>0.023243743033736358</c:v>
                </c:pt>
                <c:pt idx="8">
                  <c:v>0.02869091502801951</c:v>
                </c:pt>
                <c:pt idx="9">
                  <c:v>0.03598163820225642</c:v>
                </c:pt>
                <c:pt idx="10">
                  <c:v>0.045838511797199624</c:v>
                </c:pt>
                <c:pt idx="11">
                  <c:v>0.05922266364371257</c:v>
                </c:pt>
                <c:pt idx="12">
                  <c:v>0.07724003455806072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330.0"/>
          <c:min val="127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10.0"/>
      </c:valAx>
      <c:valAx>
        <c:axId val="-2129643912"/>
        <c:scaling>
          <c:orientation val="minMax"/>
          <c:max val="0.09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simulated, over-etched</c:v>
                </c:pt>
              </c:strCache>
            </c:strRef>
          </c:tx>
          <c:spPr>
            <a:ln w="25400">
              <a:solidFill>
                <a:srgbClr val="C0392B"/>
              </a:solidFill>
            </a:ln>
          </c:spPr>
          <c:marker>
            <c:symbol val="circle"/>
            <c:size val="4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1270</c:v>
                </c:pt>
                <c:pt idx="1">
                  <c:v>1275</c:v>
                </c:pt>
                <c:pt idx="2">
                  <c:v>1280</c:v>
                </c:pt>
                <c:pt idx="3">
                  <c:v>1285</c:v>
                </c:pt>
                <c:pt idx="4">
                  <c:v>1290</c:v>
                </c:pt>
                <c:pt idx="5">
                  <c:v>1295</c:v>
                </c:pt>
                <c:pt idx="6">
                  <c:v>1300</c:v>
                </c:pt>
                <c:pt idx="7">
                  <c:v>1305</c:v>
                </c:pt>
                <c:pt idx="8">
                  <c:v>1310</c:v>
                </c:pt>
                <c:pt idx="9">
                  <c:v>1315</c:v>
                </c:pt>
                <c:pt idx="10">
                  <c:v>1320</c:v>
                </c:pt>
                <c:pt idx="11">
                  <c:v>1325</c:v>
                </c:pt>
                <c:pt idx="12">
                  <c:v>1330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0.008520470140430014</c:v>
                </c:pt>
                <c:pt idx="1">
                  <c:v>0.009289543605086832</c:v>
                </c:pt>
                <c:pt idx="2">
                  <c:v>0.010329544382755948</c:v>
                </c:pt>
                <c:pt idx="3">
                  <c:v>0.011706799082666116</c:v>
                </c:pt>
                <c:pt idx="4">
                  <c:v>0.013517922993448409</c:v>
                </c:pt>
                <c:pt idx="5">
                  <c:v>0.015902424288862797</c:v>
                </c:pt>
                <c:pt idx="6">
                  <c:v>0.019062096100800605</c:v>
                </c:pt>
                <c:pt idx="7">
                  <c:v>0.023290313239656028</c:v>
                </c:pt>
                <c:pt idx="8">
                  <c:v>0.029014817630583868</c:v>
                </c:pt>
                <c:pt idx="9">
                  <c:v>0.03685517017718312</c:v>
                </c:pt>
                <c:pt idx="10">
                  <c:v>0.04768277058038455</c:v>
                </c:pt>
                <c:pt idx="11">
                  <c:v>0.06262441939922649</c:v>
                </c:pt>
                <c:pt idx="12">
                  <c:v>0.08282033150831211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330.0"/>
          <c:min val="127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Wavelength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3.0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dB/cm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3" Type="http://schemas.openxmlformats.org/officeDocument/2006/relationships/chart" Target="../charts/chart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Relationship Id="rId3" Type="http://schemas.openxmlformats.org/officeDocument/2006/relationships/chart" Target="../charts/char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94560"/>
            <a:ext cx="96012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222222"/>
                </a:solidFill>
                <a:latin typeface="Arial"/>
              </a:rPr>
              <a:t>Danube (O band)</a:t>
            </a:r>
          </a:p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222222"/>
                </a:solidFill>
                <a:latin typeface="Arial"/>
              </a:rPr>
              <a:t>Standing wave, tee cross-sections and over-etch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Slab-width sweep at 1310 nm, wavelength sweep 1270–1330 nm, comparison with measured trends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Where the four cross-sections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Top view of the push-pull modulator (KLayout): red lines = the two simulated cuts</a:t>
            </a:r>
          </a:p>
        </p:txBody>
      </p:sp>
      <p:pic>
        <p:nvPicPr>
          <p:cNvPr id="4" name="Picture 3" descr="klayou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583722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645920"/>
            <a:ext cx="5303520" cy="420624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Two cuts along the line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Outside of tee: full ground electrode, 28 µm wide, 2 µm thick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Inside of tee: the slow-wave tee leaves only a 2.0 × 0.5 µm ground stub next to the gap; the signal is unchanged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Two process versions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Standard: BOX intact</a:t>
            </a:r>
          </a:p>
          <a:p>
            <a:pPr algn="l">
              <a:spcAft>
                <a:spcPts val="14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Over-etched (process reality): BOX recessed 700 nm wherever the LN slab is removed; gold fills the recess under the electrodes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Arial"/>
              </a:rPr>
              <a:t>→ 2 cuts × 2 processes = 4 cross-sections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The four simulated cross-sections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Nominal geometry, one arm: the right edge is the signal centre (mirror plane)</a:t>
            </a:r>
          </a:p>
        </p:txBody>
      </p:sp>
      <p:pic>
        <p:nvPicPr>
          <p:cNvPr id="4" name="Picture 3" descr="xs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11064240" cy="3600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49240"/>
            <a:ext cx="11155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λ = 1310 nm · LN film 450 nm, etch 225 nm · rib top 0.8 µm · gap 4.15 µm · signal 10 µm (5 µm per arm) · slab top width 10.15 µm · slab ends etched at 60° · SiO₂ cap 2.0 × 1.4 µm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Mesh converged at 1310 nm: 6 nm gold skin (skin depth ≈ 12 nm); IL within ≈ 3 %, Vπ·L within 0.1 %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Slab-width sweep: the IL ripple survives in all four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1310 nm, slab top width 5.15 → 12.15 µm, 100 nm step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0" y="1691640"/>
            <a:ext cx="3017520" cy="10972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801368"/>
            <a:ext cx="3017520" cy="6035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≈ 1.3 µm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350008"/>
            <a:ext cx="2834639" cy="4169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ripple period in slab width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971800"/>
            <a:ext cx="3017520" cy="10972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3081528"/>
            <a:ext cx="3017520" cy="6035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0392B"/>
                </a:solidFill>
                <a:latin typeface="Arial"/>
              </a:rPr>
              <a:t>0.003 → 0.21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630168"/>
            <a:ext cx="2834639" cy="4169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IL range over the sweep (dB/cm)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251960"/>
            <a:ext cx="3017520" cy="109728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361688"/>
            <a:ext cx="3017520" cy="60350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0.027–0.029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910328"/>
            <a:ext cx="2834639" cy="4169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nominal IL, all four (dB/cm),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on the falling edge of a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1556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Same peak positions in all four cases; the tee and the over-etch only change peak heights.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Why the ripple is the same in all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cavity is the LN slab covered by gold, between the gap edge and the slab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Cavity unchanged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The slab wave guided under the gold is reflected at the slab end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That stretch is identical in all four cases: same gap, slab, 60°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3736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Electrode size irrelevant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Light enters gold only ≈ 12 nm (skin depth)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2 µm or 0.5 µm thick, 28 µm or 2 µm wide: same to the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37360"/>
            <a:ext cx="3611880" cy="24688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Over-etch is out of the way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The recess is below the slab plane and beyond the slab end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Only the evanescent tail reaches it: small change in peak heights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115568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Optical loss depends only on the gold geometry seen by the light, not on which electrode is signal or ground: with a symmetric cross-section each side gives half of the loss.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Inside of tee: a second ripple from 8.15 µm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stub is fixed (2 µm); the slab end moves with the slab width</a:t>
            </a:r>
          </a:p>
        </p:txBody>
      </p:sp>
      <p:pic>
        <p:nvPicPr>
          <p:cNvPr id="4" name="Picture 3" descr="tee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9110321" cy="160020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3291840"/>
          <a:ext cx="676656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3291840"/>
            <a:ext cx="4114800" cy="27432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Below 8.15 µm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Stub wraps the slab end: both sides alike, curves 1 and 2 coincide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From 8.15 µm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Ground cavity frozen at the stub width: constant ≈ 0.01–0.015 dB/cm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Only the signal side still ripples: peaks ≈ halved, troughs raised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Vπ·L: flat with slab width, two small offsets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Per arm, 1310 nm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0" y="1600200"/>
            <a:ext cx="3931920" cy="20116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Inside vs outside of tee: +1.8 %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1.937 vs 1.903 V·cm. The small 0.5 µm stub collects fewer field lines than the full 2 µm ground, so less field crosses the LN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794760"/>
            <a:ext cx="3931920" cy="201168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Over-etch: lower Vπ·L at narrow slabs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Gold filling the recess sits beside the slab end; with a narrow slab it is close to the gap and pulls more field into the LN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−1.9 % at 5.15 µm, −0.1 % at nominal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Effect of the 700 nm over-etch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Outside of tee, standard vs over-etched (inside of tee behaves the same)</a:t>
            </a:r>
          </a:p>
        </p:txBody>
      </p:sp>
      <p:pic>
        <p:nvPicPr>
          <p:cNvPr id="4" name="Picture 3" descr="oe_narrow_vs_no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95252" cy="1600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3337560"/>
          <a:ext cx="9235440" cy="2432304"/>
        </p:xfrm>
        <a:graphic>
          <a:graphicData uri="http://schemas.openxmlformats.org/drawingml/2006/table">
            <a:tbl>
              <a:tblPr firstRow="1" bandRow="1"/>
              <a:tblGrid>
                <a:gridCol w="3840480"/>
                <a:gridCol w="1645920"/>
                <a:gridCol w="1645920"/>
                <a:gridCol w="21031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Standard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Over-etched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Vπ·L at 5.15 µm (V·cm)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1.902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1.866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−1.9 %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Vπ·L at 10.15 µm (V·cm)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1.900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−0.1 %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IL at 10.15 µm (dB/cm)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0.0274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0.0290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+6 %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1st IL peak, ≈ 5.9 µm (dB/cm)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0.206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0.160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lower, broader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Peaks above 8.3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within 5 %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Ripple period / peak positions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unchanged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The over-etch matters only where the slab is narrow and the recessed gold comes close to the gap.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Wavelength sweep 1270–1330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Over-etched cross-sections (the process reality), slab 10.15 µm, 5 nm step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7132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46720" y="1691640"/>
          <a:ext cx="3657600" cy="1645920"/>
        </p:xfrm>
        <a:graphic>
          <a:graphicData uri="http://schemas.openxmlformats.org/drawingml/2006/table">
            <a:tbl>
              <a:tblPr firstRow="1" bandRow="1"/>
              <a:tblGrid>
                <a:gridCol w="1097280"/>
                <a:gridCol w="128016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λ (nm)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Outside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Inside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1270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0.009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0.008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1290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0.014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0.014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1310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1330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0.083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Arial"/>
                        </a:rPr>
                        <a:t>0.077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46720" y="3520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Reading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Monotonic rise, no ripple peak inside the band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Lower flank of the peak just above 1330 nm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Inside and outside of tee coincide: the tee fill factor does not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IL in dB/cm; Vπ·L rises linearly, ≈ +2 % per 20 nm, in both cases.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Comparison with measured data: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Three Danube wafers (ASML, over-etched), modulation-section absorption loss</a:t>
            </a:r>
          </a:p>
        </p:txBody>
      </p:sp>
      <p:pic>
        <p:nvPicPr>
          <p:cNvPr id="4" name="Picture 3" descr="meas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589520" cy="2431832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321040" y="1554480"/>
          <a:ext cx="338328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406908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Simulation, same 0–3 dB/cm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26280"/>
            <a:ext cx="11155680" cy="160020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Trends agree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Smooth, slowly rising loss across 1270–1330 nm, no visible ripple peak, as in every measured chip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Absolute values are not compared: wafer-to-wafer spread (up to ×10) is set by process variations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581912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The standing wave is present in all four Danube cross-sections: period ≈ 1.3 µm of slab width at 1310 nm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50008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31720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Tee and over-etch do not move the ripple; they only change peak heights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99815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99815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81527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Inside of tee, from 8.15 µm the slab passes the stub: fixed ground cavity + signal ripple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49624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962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31336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Vπ·L ≈ 1.90 V·cm (outside) and 1.94 V·cm (inside of tee); the over-etch lowers it only at narrow slabs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599431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99431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81144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Nominal slab: 0.03 dB/cm at 1310 nm, rising smoothly to 0.08 dB/cm at 1330 nm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330952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222"/>
                </a:solidFill>
                <a:latin typeface="Arial"/>
              </a:rPr>
              <a:t>The wavelength trend agrees with the measured wafers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1568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2026-10-01T11:55:02Z</dcterms:modified>
</cp:coreProperties>
</file>