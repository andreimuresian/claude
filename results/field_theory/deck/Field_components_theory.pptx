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observations to justify, in order of position in the cross-section: rib, free slab, gold-clad slab (the cavity), and the device-level consequence (IL). Every following slide puts a simulation result next to an analytical prediction from the literature.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 raises the TM index of the slab above n_eff because the TM wave is a hybrid with the gold surface plasmon: the single-interface SPP Au/LN has n = 2.256 (Maier eq. 2.14), and the thin LN slab on SiO2 brings it down to 2.078 — still above 1.884. The TE wave under the gold is pushed DOWN (1.49) because gold forces tangential Ex to zero. So under the gold the mode can only feed a TM (Ey-dominant) wave. This is exactly Oliner's 'new class of leaky modes': the leaking wave has the opposite polarisation to the bound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follows Ex with the same exponent because Ez ∝ ∂Ex/∂x = −γ Ex, so the ratio is a constant γ/β (times ne²/no²). At x = 2.1 µm the straight line hits the gold: there the curves change character abruptly — that is the start of the cavity.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Model: TM-to-y wave with potential f(y)·sin(kx(xw−x))·e^{−jβz}. Derivation: Ey ∝ β_lat² f sin, Ez ∝ −jβ f' sin, Ex ∝ −kx f' cos. So Ey and Ez share nodes; Ex has nodes where they peak — the quarter-period shift. The only adjusted quantity is the mirror plane xw, fixed by one FEM null: 4.131 µm, i.e. 31 nm inside the gold, consistent with the field penetrating ~ one skin depth. The left end (x≈2.1-2.3) deviates because there the evanescent bound tail and the corner fields add to the cavity wave — that is the coupling region (Oliner's TE→TM conversion at the step).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Webster's condition (1)/Oliner's (2): k_x W = 2mπ for cancellation inside a ridge. Here the bouncing wave lives OUTSIDE the rib, between the gold step and the gold wall, so the condition becomes 2 kx L + φ = 2mπ — an Airy/FP law. The same two-index kx predicts both the period and the decay. The present design (L = 2.0 µm) sits on the rising flank of a peak: a ±50 nm slab-etch error changes IL by ~±40 %. Honesty note: the literature analogue (Webster, Oliner) is for dielectric ridges; no published measurement of this exact metal-clad lateral cavity was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each field component looks the way it does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and physical justification of the Ex, Ey, Ez maps, with the lateral gold cavity in focus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Lisbon lifted electrodes, etched LN slab  |  1575 nm  |  550 nm film, 275 nm etch  |  gap 4.2 µm  |  slab_w 8.2 µm  |  parameters unchanged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Okamoto (2006), Maier (2007), Peng &amp; Oliner (1981, I &amp; II), Webster et al. (2007), Liu et al. (2021)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have to explain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mode, three components, 100 dB range (common reference max|Ex|²)</a:t>
            </a:r>
            <a:endParaRPr lang="en-US" sz="1500" dirty="0"/>
          </a:p>
        </p:txBody>
      </p:sp>
      <p:pic>
        <p:nvPicPr>
          <p:cNvPr id="4" name="Image 0" descr="/home/user/claude/results/field_theory/figs/components_dB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607" y="1280160"/>
            <a:ext cx="6029746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371600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417320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one lobe; Ez two lobes, null on axis, 90° out of phase; Ey four weak lobes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589520" y="2587752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26680" y="2633472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slab (0.7–2.1 µm)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falls as a straight line in dB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589520" y="3803904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3849624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gold (2.1–4.1 µm)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collapses, Ey/Ez dominate, standing wave with ~0.9 µm nulls; Ex nulls shifted by ¼ period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589520" y="5020056"/>
            <a:ext cx="420624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26680" y="5065776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level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ripples with slab end / gold position; a buffer kills the ripple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sources, one job each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observation is tied to a specific equation or figure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457200" cy="457200"/>
          </a:xfrm>
          <a:prstGeom prst="ellipse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17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Okamoto, Fundamentals of Optical Waveguides, Ch. 1–2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 (1.32–1.33); Marcatili E^x_pq fields (2.41): Ez ∝ ∂Hy/∂x, Ey ∝ ∂²Hy/∂x∂y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96896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39572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Maier, Plasmonics, Ch.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SPP at metal/dielectric (2.10–2.14); no TE surface wave (2.17); decay into metal (2.13)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75304"/>
            <a:ext cx="457200" cy="4572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74136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 &amp; Oliner, IEEE MTT 29 (1981) Part I &amp; II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TE–TM conversion at a lateral step; a TE-like mode leaks a TM wave; exit angle cos θ = n_eff / n_TM (3); resonance condition (2)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5371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52544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Webster et al., IEEE PTL 19 (2007)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Phase-matching picture (Fig. 2); measured periodic loss vs width with sharp minima (Fig. 4)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33095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al., Chin. Opt. Lett. 19 (2021)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SiO₂ buffer suppresses the LN/metal leaky mode; &gt; 100× lower loss (Fig. 1c)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cross-section is three 1D slab waveguides side by side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Oliner's criterion: a lateral region leaks only if one of its slab waves is faster than the mode (n_wave &gt; n_eff)</a:t>
            </a:r>
            <a:endParaRPr lang="en-US" sz="1500" dirty="0"/>
          </a:p>
        </p:txBody>
      </p:sp>
      <p:pic>
        <p:nvPicPr>
          <p:cNvPr id="4" name="Image 0" descr="/home/user/claude/results/field_theory/figs/F1_regions_ind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94407"/>
            <a:ext cx="11430000" cy="37034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525780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3309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1.884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8613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n_eff of the guided TE-like mode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34840" y="525780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34840" y="53309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2.078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58613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wave of the gold-clad slab: the only one above n_eff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38160" y="525780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53309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5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1.700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58613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wave of the free slab: below n_eff → evanescent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transfer-matrix solver, same Sellmeier/J&amp;C materials as the notebook. Oliner Part II §III-D; Webster Fig. 1.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light goes sideways under the gold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z the phase is locked to the mode; the leftover wavevector points laterally</a:t>
            </a:r>
            <a:endParaRPr lang="en-US" sz="1500" dirty="0"/>
          </a:p>
        </p:txBody>
      </p:sp>
      <p:pic>
        <p:nvPicPr>
          <p:cNvPr id="4" name="Image 0" descr="/home/user/claude/results/field_theory/figs/F2_phase_matc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794" y="1280160"/>
            <a:ext cx="5075213" cy="5029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09360" y="1463040"/>
            <a:ext cx="548640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 is conserved: every wave has kz = β = k₀·1.884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gold the TM wave has |k| = k₀·2.078 &gt; β, so kx is real: kx = k₀√(2.078² − 1.884²) = 0.877 k₀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leaves the rib at θ = arccos(1.884/2.078) = 25° (Oliner eq. 3)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free slab |k| &lt; β for both polarisations → kx imaginary → pure decay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picture as Webster Fig. 2 for SOI TM ridges, with gold playing the role of the thick slab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lateral wave period is fixed by two indices only, π/kx = 0.897 µm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Webster et al. 2007, Fig. 2; Oliner et al. 1981 Part II, eq. (3) and Fig. 8.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Rib: Ez is the x-derivative of Ex, shifted by 90°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Gauss's law ∇·D = 0 with e^(−jβz): Ez = −j (ε_x/ε_z) ∂Ex/∂x / β   (Okamoto eq. 2.41, E^x_pq mode)</a:t>
            </a:r>
            <a:endParaRPr lang="en-US" sz="1500" dirty="0"/>
          </a:p>
        </p:txBody>
      </p:sp>
      <p:pic>
        <p:nvPicPr>
          <p:cNvPr id="4" name="Image 0" descr="/home/user/claude/results/field_theory/figs/F3_rib_Ez_from_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112189"/>
            <a:ext cx="8138160" cy="345658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463040"/>
            <a:ext cx="3108960" cy="1051560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0" y="15361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90.000°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20665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|phase(Ez/Ex)| over all LN points: Ez is purely imaginary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0" y="2697480"/>
            <a:ext cx="3108960" cy="1051560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0" y="27706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at x = 0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33009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even → ∂Ex/∂x odd → Ez antisymmetric, two lobes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86800" y="3931920"/>
            <a:ext cx="3108960" cy="1051560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0" y="40050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−14 dB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453542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|Ez|²/|Ex|² peak ≈ (1/βw)²: wide guide → small Ez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51206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Lobes sit where Ex is steepest (the rib sidewalls). The '−j' is why we plot Im(Ez): it is not a typo but the physics of a forward wave.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computed from the FEM Ex alone (no fit). Ripple in the theory curve = numerical derivative of a piecewise N1 field.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Rib: Ey is the weak quadrupole that makes the mode 'hybrid'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Marcatili: Ey ≈ ∂²Ex/∂x∂y / (k₀²n²) — odd in x, changes sign across the field centre (Okamoto eq. 2.41)</a:t>
            </a:r>
            <a:endParaRPr lang="en-US" sz="1500" dirty="0"/>
          </a:p>
        </p:txBody>
      </p:sp>
      <p:pic>
        <p:nvPicPr>
          <p:cNvPr id="4" name="Image 0" descr="/home/user/claude/results/field_theory/figs/F4_rib_Ey_quadrup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64442"/>
            <a:ext cx="11612880" cy="26318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72000"/>
            <a:ext cx="111556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(right) is one even lobe; its mixed derivative gives four lobes of alternating sign: same sign pattern as the FEM Ey (left)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peaks at the slanted sidewalls and corners, where Ex bends fastest in both x and y; the 60° walls add a direct polarisation tilt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is ~25 dB below Ex: the mode is TE-like but never pure — Oliner: 'all these waveguides support hybrid modes with all six components'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small Ey is the seed of everything that follows: at the gold edge it is the TM part that can phase-match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from FEM Ex (LN only). Speckle in the FEM Ey = N1 elements (normal component discontinuous between triangles), not physics.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slab: a single evanescent tail, no fitting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rib the mode is a TE slab wave below cut-off: e^(−γx), γ = k₀√(n_eff² − n_TE,slab²) = 3.24 µm⁻¹</a:t>
            </a:r>
            <a:endParaRPr lang="en-US" sz="1500" dirty="0"/>
          </a:p>
        </p:txBody>
      </p:sp>
      <p:pic>
        <p:nvPicPr>
          <p:cNvPr id="4" name="Image 0" descr="/home/user/claude/results/field_theory/figs/F5_gap_dec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64546"/>
            <a:ext cx="11612880" cy="34888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512064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1937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5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−28.1 / −28.2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7241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slope dB/µm: FEM / theory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34840" y="512064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34840" y="51937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−7.5 / −7.9 dB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57241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below Ex: FEM / theory (γ/β)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38160" y="512064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51937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straight line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57241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dB = bound field (Peng–Oliner EDC picture)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gold the field becomes a plasmon-photonic TM wave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kills tangential E (Ex, Ez → 0 at the surface) and keeps normal E (Ey) — Okamoto (1.32), Maier (2.10–2.12)</a:t>
            </a:r>
            <a:endParaRPr lang="en-US" sz="1500" dirty="0"/>
          </a:p>
        </p:txBody>
      </p:sp>
      <p:pic>
        <p:nvPicPr>
          <p:cNvPr id="4" name="Image 0" descr="/home/user/claude/results/field_theory/figs/F7_cavity_vertical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66431"/>
            <a:ext cx="11612880" cy="36679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166360"/>
            <a:ext cx="111556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TM mode of Au / LN 275 nm / SiO₂ reproduces the FEM vertical profile of both Ey and Ez with one common scale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 continuous: Ey jumps ×2.3 into SiO₂ and drops ×(|ε_Au|/ε_LN) ≈ 25 into gold; Ez/Ey = −9.8 dB FEM vs −10.0 dB theory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Maier (2.17): metal supports no TE surface wave → the Ex-polarised mode cannot follow under the gold; it can only feed TM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at the LN/SiO₂ face −5.9 vs −7.4 dB: lowest-order N1 elements only approximate the normal-component jump.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cavity: one standing wave explains all three components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wall at the slab end = mirror. Tangential Ey, Ez → node (sin); normal Ex → antinode (cos)</a:t>
            </a:r>
            <a:endParaRPr lang="en-US" sz="1500" dirty="0"/>
          </a:p>
        </p:txBody>
      </p:sp>
      <p:pic>
        <p:nvPicPr>
          <p:cNvPr id="4" name="Image 0" descr="/home/user/claude/results/field_theory/figs/F6_cavity_standing_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77367"/>
            <a:ext cx="11704320" cy="318886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84632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9194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0.897 µm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4498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half-period π/kx; FEM nulls 3.234 and 2.33 µm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29000" y="484632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29000" y="49194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5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¼ period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3520440" y="54498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nulls (2.79, 3.71) sit halfway between Ey/Ez nulls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484632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09360" y="49194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5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kx/β = 0.47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54498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Ex amplitude from Ez: no free parameter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189720" y="48463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9720" y="49194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nm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281160" y="54498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mirror behind the wall ≈ skin depth (22 nm)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story in 2D: nodal lines are vertical and land where predicted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dashed lines = nodes from kx; Ex lines offset by a quarter period</a:t>
            </a:r>
            <a:endParaRPr lang="en-US" sz="1500" dirty="0"/>
          </a:p>
        </p:txBody>
      </p:sp>
      <p:pic>
        <p:nvPicPr>
          <p:cNvPr id="4" name="Image 0" descr="/home/user/claude/results/field_theory/figs/F10_cavity_maps_n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7924"/>
            <a:ext cx="7498080" cy="50136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38160" y="1463040"/>
            <a:ext cx="3749040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straight vertical lines: the slab wave has one vertical profile and only the lateral factor sin/cos changes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and Ez fill the LN slab and leak downward into SiO₂ (TM tail), never upward into gold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survives only as the small in-plane projection (kx/β) of the TM wave → ~ −60 dB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triangles in the BOX are N1 discretisation of a −70 dB field, not physics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 edge (x = 2.1 µm) is the launcher: the evanescent tail hits the gold step and converts TE → TM (Peng–Oliner mode matching)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consequence: IL is a Fabry–Pérot of the lateral wave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Oliner/Webster: loss vs width shows sharp periodic features set by the transverse wavenumber of the converted wave</a:t>
            </a:r>
            <a:endParaRPr lang="en-US" sz="1500" dirty="0"/>
          </a:p>
        </p:txBody>
      </p:sp>
      <p:pic>
        <p:nvPicPr>
          <p:cNvPr id="4" name="Image 0" descr="/home/user/claude/results/field_theory/figs/F8_IL_vs_cavity_leng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401" y="1325880"/>
            <a:ext cx="11290718" cy="3611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2064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1937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0.897 vs 0.895 µm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7241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theory π/kx vs FEM fit (+0.2 %)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512064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97680" y="51937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0.182 vs 0.180 µm⁻¹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389120" y="57241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decay 2|Im kx|: theory vs fit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46720" y="512064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0" y="51937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×70 swing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57241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0.04 and 2.9 dB/cm for 0.5 µm change of L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power is lost: the first 20 nm of gold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Ey,Ez of the lateral wave penetrating the metal by one skin depth (Maier eq. 2.13)</a:t>
            </a:r>
            <a:endParaRPr lang="en-US" sz="1500" dirty="0"/>
          </a:p>
        </p:txBody>
      </p:sp>
      <p:pic>
        <p:nvPicPr>
          <p:cNvPr id="4" name="Image 0" descr="/home/user/claude/results/field_theory/figs/F11_loss_sk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07594"/>
            <a:ext cx="11612880" cy="358561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212080"/>
            <a:ext cx="111556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1/Re√(β_lat² − ε_Au k₀²) = 22.4 nm; FEM decay inside gold follows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 of absorption in the 70 nm shell under the slab, 10 % at the gold/LN corners (field singularities), bulk negligible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IL scales with how much lateral wave is stored in the cavity → the Fabry–Pérot law of the previous slide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SiO₂ buffer removes the cavity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2021: the silica layer 'suppresses the leaky modes at the LN/metal interface' (&gt;100× loss reduction)</a:t>
            </a:r>
            <a:endParaRPr lang="en-US" sz="1500" dirty="0"/>
          </a:p>
        </p:txBody>
      </p:sp>
      <p:pic>
        <p:nvPicPr>
          <p:cNvPr id="4" name="Image 0" descr="/home/user/claude/results/field_theory/figs/F9_buffer_cut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85828"/>
            <a:ext cx="11612880" cy="349198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120640"/>
            <a:ext cx="111556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gold by t lowers the TM index; below n_eff the lateral wave becomes evanescent: cut-off t_c ≈ 40 nm (1D)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measured wafers (194–248 nm) are far beyond t_c → no lateral wave, no standing wave, IL smooth and exponential in 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physics read backwards: no phase-matched TM wave ⇒ no cavity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physics and what is the mesh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'are these artefacts?' question up front</a:t>
            </a:r>
            <a:endParaRPr lang="en-US" sz="1500" dirty="0"/>
          </a:p>
        </p:txBody>
      </p:sp>
      <p:pic>
        <p:nvPicPr>
          <p:cNvPr id="4" name="Image 0" descr="/home/user/claude/results/field_theory/figs/components_dB_zoom_s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83453"/>
            <a:ext cx="5852160" cy="4822613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463040"/>
          <a:ext cx="53035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Standing-wave nulls, period 0.9 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Physics: predicted to 0.2 %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 nulls shifted by ¼ 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Physics: sin/cos of TM wave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Ey/Ez ≫ Ex under the 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Physics: metal boundary 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 discontinuous at slab 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Physics: normal E jumps (ε ratio)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Straight-line decay in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Physics: γ to 0.2 %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Triangles in the BOX at −70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Numerics: N1 normal comp.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Speckle in rib 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Numerics: same, field 25 dB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One-to-one map: simulation ↔ theory ↔ literature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2651760"/>
                <a:gridCol w="27432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(FEM / theory)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Ez two lobes, null on axis, 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 law, Ez ∝ −j∂Ex/∂x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90.000°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Okamoto 2.41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 four lobes, weak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mode, ∂²Ex/∂x∂y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sign 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Okamoto 2.41; Oliner 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dB decay in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 slab below cut-off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−28.1 / −28.2 dB/µm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Peng–Oliner EDC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Ez/Ex constant in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Ez = (γ/β)Ex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−7.5 / −7.9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Okamoto 2.41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appears under 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 index 2.078 &gt; 1.884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= 25°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Oliner II eq. 3; Webster Fig.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 dies under 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tangential E → 0; no TE SPP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Ez/Ey −9.8 / −10.0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Maier 2.10–2.17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Nulls every 0.9 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 wave, π/kx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 / 0.897 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Oliner II eq. 2; Webster eq.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 nulls ¼-period shifted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(tangential) vs cos (normal)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3.71 vs 3.68 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Okamoto 1.32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periodic in slab 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Fabry–Pérot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2α 0.180 / 0.182 µm⁻¹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Webster Fig.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in 20 nm of 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 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= 22.4 nm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Maier 2.13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kills ripple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 wave cut-off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t_c ≈ 40 nm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Liu 2021 Fig. 1c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Take-aways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463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predicted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textbook formulas and two indices (1.884, 2.078); no free fit except the mirror plane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651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cavity is a TM wave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at the gold step by TE→TM conversion, bouncing between gold step and gold-wrapped slab end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840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physical and robust in kind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only n_TM &gt; n_eff, true for any unbuffered gold on this LN slab; tilt/roughness are expected to change ρ, not its existence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516636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sensitivity is real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period 0.9 µm in L: control slab-end position to ≲ 50 nm, or add ≥ 40 nm SiO₂ buffer to remove the cavity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components explained</dc:title>
  <dc:subject>PptxGenJS Presentation</dc:subject>
  <dc:creator>PptxGenJS</dc:creator>
  <cp:lastModifiedBy>PptxGenJS</cp:lastModifiedBy>
  <cp:revision>1</cp:revision>
  <dcterms:created xsi:type="dcterms:W3CDTF">2026-10-12T08:34:09Z</dcterms:created>
  <dcterms:modified xsi:type="dcterms:W3CDTF">2026-10-12T08:34:09Z</dcterms:modified>
</cp:coreProperties>
</file>