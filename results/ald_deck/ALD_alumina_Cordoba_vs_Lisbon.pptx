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Validated against COMSOL: the Vpi*L change matches point by point; the IL increase factor matches within about 3 %. Absolute IL differs by a constant ~25 % ratio, most likely gold permittivity or mesh at the metal in COMSOL.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Vpi*L grows steeply with the gap, so the 0.12 V*cm gained from the alumina buys only about 0.2 um. Loss is never the limit: it falls with the gap and stays below 0.001 dB/cm at 4.8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ALD alumina protection layer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Vπ·L and insertion loss in the Cordoba and buffered Lisbon lifted designs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1575 nm  ·  550 nm LN film, 275 nm etch  ·  rib top width 1.4 µm  ·  full LN slab (no slab etch)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studied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alumina film covers every exposed surface after the electrodes are made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E1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layer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 Al₂O₃, conformal on all surfaces.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thickness 40 nm, swept from 0 to 100 nm.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index 1.74, RF permittivity 9.8.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Cordoba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5146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electrodes directly on the LN slab.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 gap 4.2 µm.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0.43 dB/cm and 2.17 V·cm.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Lisbon lifted, buffered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5146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on a 200 nm SiO₂ buffer.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gap 3.4 µm.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loss: 0.03 dB/cm.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how much does the layer lower Vπ·L, how much loss does it add, and can it let us widen the Lisbon gap?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cross-sections with 40 nm of alumina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Alumina shown in pink; the bottom panels zoom on the electrode corner</a:t>
            </a:r>
            <a:endParaRPr lang="en-US" sz="1600" dirty="0"/>
          </a:p>
        </p:txBody>
      </p:sp>
      <p:pic>
        <p:nvPicPr>
          <p:cNvPr id="4" name="Image 0" descr="/home/user/claude/results/ald_deck/figs/xs_cordo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49780"/>
            <a:ext cx="5669280" cy="3307080"/>
          </a:xfrm>
          <a:prstGeom prst="rect">
            <a:avLst/>
          </a:prstGeom>
        </p:spPr>
      </p:pic>
      <p:pic>
        <p:nvPicPr>
          <p:cNvPr id="5" name="Image 1" descr="/home/user/claude/results/ald_deck/figs/xs_lisb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13560"/>
            <a:ext cx="5669280" cy="3779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5989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A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Cordoba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172200" y="5989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Lisbon lifted with 200 nm SiO₂ buffer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Cordoba: alumina lowers Vπ·L but doubles the loss at 40 nm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4.2 µm</a:t>
            </a:r>
            <a:endParaRPr lang="en-US" sz="1600" dirty="0"/>
          </a:p>
        </p:txBody>
      </p:sp>
      <p:pic>
        <p:nvPicPr>
          <p:cNvPr id="4" name="Image 0" descr="/home/user/claude/results/ald_deck/figs/cordoba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109728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0" y="54864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371600" y="55961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−3 %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61447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Vπ·L at 40 nm (2.174 → 2.109 V·cm)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0" y="54864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55961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E1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×2.2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61447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at 40 nm (0.43 → 0.93 dB/cm)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Lisbon buffered: a larger Vπ·L gain, loss stays very 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gap 3.4 µm</a:t>
            </a:r>
            <a:endParaRPr lang="en-US" sz="1600" dirty="0"/>
          </a:p>
        </p:txBody>
      </p:sp>
      <p:pic>
        <p:nvPicPr>
          <p:cNvPr id="4" name="Image 0" descr="/home/user/claude/results/ald_deck/figs/lisbon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109728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0" y="54864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371600" y="55961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−5.4 %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61447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Vπ·L at 40 nm (2.175 → 2.058 V·cm)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0" y="54864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55961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E1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0.055 dB/cm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61447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at 40 nm, still 8× below bare Cordoba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 by side: same trend, different strength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measured from each design without alumina</a:t>
            </a:r>
            <a:endParaRPr lang="en-US" sz="1600" dirty="0"/>
          </a:p>
        </p:txBody>
      </p:sp>
      <p:pic>
        <p:nvPicPr>
          <p:cNvPr id="4" name="Image 0" descr="/home/user/claude/results/ald_deck/figs/comparison_rela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1097280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5623560"/>
            <a:ext cx="107899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designs start from the same Vπ·L (2.17 V·cm), but Lisbon gains almost twice as much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grows by a similar factor in both, yet Lisbon starts about 15 times lower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Lisbon gains more: what the alumina sits 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drawing, not to scale</a:t>
            </a:r>
            <a:endParaRPr lang="en-US" sz="1600" dirty="0"/>
          </a:p>
        </p:txBody>
      </p:sp>
      <p:pic>
        <p:nvPicPr>
          <p:cNvPr id="4" name="Image 0" descr="/home/user/claude/results/ald_deck/figs/mechani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58581"/>
            <a:ext cx="7680960" cy="2717878"/>
          </a:xfrm>
          <a:prstGeom prst="rect">
            <a:avLst/>
          </a:prstGeom>
        </p:spPr>
      </p:pic>
      <p:pic>
        <p:nvPicPr>
          <p:cNvPr id="5" name="Image 1" descr="/home/user/claude/results/ald_deck/figs/equal_gap_t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719662"/>
            <a:ext cx="3657600" cy="259571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4800600"/>
            <a:ext cx="107899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Cordoba, the electric field already prefers the LN, which is far more polarisable than alumina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Lisbon, alumina is the most polarisable material at the electrode level. It acts like a small extension of the electrode toward the waveguide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at the same 4.2 µm gap, Lisbon still gains twice as much (right). The buffer, not the narrower gap, causes the difference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the mesh? No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the 40 nm case with a much finer mesh barely changes the results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37360"/>
          <a:ext cx="103327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20624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(40 nm alumina)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Vπ·L change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change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Lisbon, gap 3.4 µm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 finer everywhere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Lisbon, gap 3.4 µm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elements across the alumina (instead of 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0.01 %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Lisbon, gap 4.2 µm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 finer everywhere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Cordoba, gap 4.2 µm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 finer everywhere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Cordoba, gap 4.2 µm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elements across the alumina (instead of 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91840" y="51206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291840" y="523036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 V·cm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429000" y="57790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Lisbon–Cordoba difference at 40 nm: 100× larger than any mesh effect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relaxation: from 3.4 µm to 3.6 µm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the Vπ·L of Lisbon without alumina at 3.4 µm (2.175 V·cm, same as Cordoba)</a:t>
            </a:r>
            <a:endParaRPr lang="en-US" sz="1600" dirty="0"/>
          </a:p>
        </p:txBody>
      </p:sp>
      <p:pic>
        <p:nvPicPr>
          <p:cNvPr id="4" name="Image 0" descr="/home/user/claude/results/ald_deck/figs/P2_gap_relax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60" y="1463040"/>
            <a:ext cx="108966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553212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6418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3.60 µm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61904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relaxed bottom gap with 40 nm alumina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34840" y="553212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34840" y="56418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E1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0.029 dB/cm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61904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at 3.60 µm: 15× below Cordoba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6720" y="553212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56418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+0.58 V·cm / µm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61904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Vπ·L cost of widening the gap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Robustness: alumina thickness ±10 nm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fixed at 3.60 µm, designed for 40 nm</a:t>
            </a:r>
            <a:endParaRPr lang="en-US" sz="1600" dirty="0"/>
          </a:p>
        </p:txBody>
      </p:sp>
      <p:pic>
        <p:nvPicPr>
          <p:cNvPr id="4" name="Image 0" descr="/home/user/claude/results/ald_deck/figs/P3_ald_toler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669" y="1463040"/>
            <a:ext cx="11222182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5623560"/>
            <a:ext cx="107899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±10 nm error moves Vπ·L by only ±1.1 % (2.200 to 2.152 V·cm)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equals a gap error of about 40 nm: the gap lithography matters more than the alumina control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stays between 0.025 and 0.033 dB/cm in all cases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618488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508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Alumina lowers Vπ·L in both designs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3 % in Cordoba and 5.4 % in Lisbon at 40 nm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9631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physical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buffer makes the alumina more effective; the mesh is not the cause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3593592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483864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is not a concern for Lisbon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0.06 dB/cm at the original gap, below 0.03 dB/cm at 3.6 µm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4581144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471416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gain is modest: 3.4 → 3.6 µm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wider gap is possible only by accepting a higher Vπ·L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5568696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568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45896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tolerance is comfortable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 nm of alumina changes Vπ·L by about ±1 %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ALD alumina layer: Cordoba vs Lisbon lifted</dc:title>
  <dc:subject>PptxGenJS Presentation</dc:subject>
  <dc:creator>PptxGenJS</dc:creator>
  <cp:lastModifiedBy>PptxGenJS</cp:lastModifiedBy>
  <cp:revision>1</cp:revision>
  <dcterms:created xsi:type="dcterms:W3CDTF">2026-10-13T08:10:11Z</dcterms:created>
  <dcterms:modified xsi:type="dcterms:W3CDTF">2026-10-13T08:10:11Z</dcterms:modified>
</cp:coreProperties>
</file>