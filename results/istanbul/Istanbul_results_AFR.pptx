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6" r:id="rId27"/>
    <p:sldId id="277" r:id="rId28"/>
    <p:sldId id="278" r:id="rId29"/>
    <p:sldId id="279" r:id="rId30"/>
    <p:sldId id="2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130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5400">
              <a:solidFill>
                <a:srgbClr val="C0392B"/>
              </a:solidFill>
            </a:ln>
          </c:spPr>
          <c:marker>
            <c:symbol val="circle"/>
            <c:size val="5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Sheet1!$A$2:$A$72</c:f>
              <c:numCache>
                <c:formatCode>General</c:formatCode>
                <c:ptCount val="71"/>
                <c:pt idx="0">
                  <c:v>5.45</c:v>
                </c:pt>
                <c:pt idx="1">
                  <c:v>5.55</c:v>
                </c:pt>
                <c:pt idx="2">
                  <c:v>5.65</c:v>
                </c:pt>
                <c:pt idx="3">
                  <c:v>5.75</c:v>
                </c:pt>
                <c:pt idx="4">
                  <c:v>5.85</c:v>
                </c:pt>
                <c:pt idx="5">
                  <c:v>5.95</c:v>
                </c:pt>
                <c:pt idx="6">
                  <c:v>6.05</c:v>
                </c:pt>
                <c:pt idx="7">
                  <c:v>6.15</c:v>
                </c:pt>
                <c:pt idx="8">
                  <c:v>6.25</c:v>
                </c:pt>
                <c:pt idx="9">
                  <c:v>6.35</c:v>
                </c:pt>
                <c:pt idx="10">
                  <c:v>6.45</c:v>
                </c:pt>
                <c:pt idx="11">
                  <c:v>6.55</c:v>
                </c:pt>
                <c:pt idx="12">
                  <c:v>6.65</c:v>
                </c:pt>
                <c:pt idx="13">
                  <c:v>6.75</c:v>
                </c:pt>
                <c:pt idx="14">
                  <c:v>6.85</c:v>
                </c:pt>
                <c:pt idx="15">
                  <c:v>6.95</c:v>
                </c:pt>
                <c:pt idx="16">
                  <c:v>7.05</c:v>
                </c:pt>
                <c:pt idx="17">
                  <c:v>7.15</c:v>
                </c:pt>
                <c:pt idx="18">
                  <c:v>7.25</c:v>
                </c:pt>
                <c:pt idx="19">
                  <c:v>7.35</c:v>
                </c:pt>
                <c:pt idx="20">
                  <c:v>7.45</c:v>
                </c:pt>
                <c:pt idx="21">
                  <c:v>7.55</c:v>
                </c:pt>
                <c:pt idx="22">
                  <c:v>7.65</c:v>
                </c:pt>
                <c:pt idx="23">
                  <c:v>7.75</c:v>
                </c:pt>
                <c:pt idx="24">
                  <c:v>7.85</c:v>
                </c:pt>
                <c:pt idx="25">
                  <c:v>7.95</c:v>
                </c:pt>
                <c:pt idx="26">
                  <c:v>8.05</c:v>
                </c:pt>
                <c:pt idx="27">
                  <c:v>8.15</c:v>
                </c:pt>
                <c:pt idx="28">
                  <c:v>8.25</c:v>
                </c:pt>
                <c:pt idx="29">
                  <c:v>8.35</c:v>
                </c:pt>
                <c:pt idx="30">
                  <c:v>8.45</c:v>
                </c:pt>
                <c:pt idx="31">
                  <c:v>8.55</c:v>
                </c:pt>
                <c:pt idx="32">
                  <c:v>8.65</c:v>
                </c:pt>
                <c:pt idx="33">
                  <c:v>8.75</c:v>
                </c:pt>
                <c:pt idx="34">
                  <c:v>8.85</c:v>
                </c:pt>
                <c:pt idx="35">
                  <c:v>8.95</c:v>
                </c:pt>
                <c:pt idx="36">
                  <c:v>9.05</c:v>
                </c:pt>
                <c:pt idx="37">
                  <c:v>9.15</c:v>
                </c:pt>
                <c:pt idx="38">
                  <c:v>9.25</c:v>
                </c:pt>
                <c:pt idx="39">
                  <c:v>9.35</c:v>
                </c:pt>
                <c:pt idx="40">
                  <c:v>9.45</c:v>
                </c:pt>
                <c:pt idx="41">
                  <c:v>9.55</c:v>
                </c:pt>
                <c:pt idx="42">
                  <c:v>9.65</c:v>
                </c:pt>
                <c:pt idx="43">
                  <c:v>9.75</c:v>
                </c:pt>
                <c:pt idx="44">
                  <c:v>9.85</c:v>
                </c:pt>
                <c:pt idx="45">
                  <c:v>9.95</c:v>
                </c:pt>
                <c:pt idx="46">
                  <c:v>10.05</c:v>
                </c:pt>
                <c:pt idx="47">
                  <c:v>10.15</c:v>
                </c:pt>
                <c:pt idx="48">
                  <c:v>10.25</c:v>
                </c:pt>
                <c:pt idx="49">
                  <c:v>10.35</c:v>
                </c:pt>
                <c:pt idx="50">
                  <c:v>10.45</c:v>
                </c:pt>
                <c:pt idx="51">
                  <c:v>10.55</c:v>
                </c:pt>
                <c:pt idx="52">
                  <c:v>10.65</c:v>
                </c:pt>
                <c:pt idx="53">
                  <c:v>10.75</c:v>
                </c:pt>
                <c:pt idx="54">
                  <c:v>10.85</c:v>
                </c:pt>
                <c:pt idx="55">
                  <c:v>10.95</c:v>
                </c:pt>
                <c:pt idx="56">
                  <c:v>11.05</c:v>
                </c:pt>
                <c:pt idx="57">
                  <c:v>11.15</c:v>
                </c:pt>
                <c:pt idx="58">
                  <c:v>11.25</c:v>
                </c:pt>
                <c:pt idx="59">
                  <c:v>11.35</c:v>
                </c:pt>
                <c:pt idx="60">
                  <c:v>11.45</c:v>
                </c:pt>
                <c:pt idx="61">
                  <c:v>11.55</c:v>
                </c:pt>
                <c:pt idx="62">
                  <c:v>11.65</c:v>
                </c:pt>
                <c:pt idx="63">
                  <c:v>11.75</c:v>
                </c:pt>
                <c:pt idx="64">
                  <c:v>11.85</c:v>
                </c:pt>
                <c:pt idx="65">
                  <c:v>11.95</c:v>
                </c:pt>
                <c:pt idx="66">
                  <c:v>12.05</c:v>
                </c:pt>
                <c:pt idx="67">
                  <c:v>12.15</c:v>
                </c:pt>
                <c:pt idx="68">
                  <c:v>12.25</c:v>
                </c:pt>
                <c:pt idx="69">
                  <c:v>12.35</c:v>
                </c:pt>
                <c:pt idx="70">
                  <c:v>12.45</c:v>
                </c:pt>
              </c:numCache>
            </c:numRef>
          </c:xVal>
          <c:yVal>
            <c:numRef>
              <c:f>Sheet1!$B$2:$B$72</c:f>
              <c:numCache>
                <c:formatCode>General</c:formatCode>
                <c:ptCount val="71"/>
                <c:pt idx="0">
                  <c:v>0.08872534541296766</c:v>
                </c:pt>
                <c:pt idx="1">
                  <c:v>0.05091125228581376</c:v>
                </c:pt>
                <c:pt idx="2">
                  <c:v>0.034449366507472295</c:v>
                </c:pt>
                <c:pt idx="3">
                  <c:v>0.025855998935702004</c:v>
                </c:pt>
                <c:pt idx="4">
                  <c:v>0.02100556675269085</c:v>
                </c:pt>
                <c:pt idx="5">
                  <c:v>0.018231772287063342</c:v>
                </c:pt>
                <c:pt idx="6">
                  <c:v>0.016882978491484048</c:v>
                </c:pt>
                <c:pt idx="7">
                  <c:v>0.016733568307219365</c:v>
                </c:pt>
                <c:pt idx="8">
                  <c:v>0.01783643633994232</c:v>
                </c:pt>
                <c:pt idx="9">
                  <c:v>0.020606503343521286</c:v>
                </c:pt>
                <c:pt idx="10">
                  <c:v>0.02610540183636762</c:v>
                </c:pt>
                <c:pt idx="11">
                  <c:v>0.036460688833222295</c:v>
                </c:pt>
                <c:pt idx="12">
                  <c:v>0.057759383349128425</c:v>
                </c:pt>
                <c:pt idx="13">
                  <c:v>0.10792131654404673</c:v>
                </c:pt>
                <c:pt idx="14">
                  <c:v>0.2593420599041353</c:v>
                </c:pt>
                <c:pt idx="15">
                  <c:v>0.8518568844317698</c:v>
                </c:pt>
                <c:pt idx="16">
                  <c:v>1.029144907307609</c:v>
                </c:pt>
                <c:pt idx="17">
                  <c:v>0.3518612567853239</c:v>
                </c:pt>
                <c:pt idx="18">
                  <c:v>0.15858751889084632</c:v>
                </c:pt>
                <c:pt idx="19">
                  <c:v>0.09192706794247414</c:v>
                </c:pt>
                <c:pt idx="20">
                  <c:v>0.06236795377839927</c:v>
                </c:pt>
                <c:pt idx="21">
                  <c:v>0.046928398906736</c:v>
                </c:pt>
                <c:pt idx="22">
                  <c:v>0.03850081723166634</c:v>
                </c:pt>
                <c:pt idx="23">
                  <c:v>0.03369809968070464</c:v>
                </c:pt>
                <c:pt idx="24">
                  <c:v>0.03144085814594755</c:v>
                </c:pt>
                <c:pt idx="25">
                  <c:v>0.03148258283859044</c:v>
                </c:pt>
                <c:pt idx="26">
                  <c:v>0.03359061077340244</c:v>
                </c:pt>
                <c:pt idx="27">
                  <c:v>0.038542226342439326</c:v>
                </c:pt>
                <c:pt idx="28">
                  <c:v>0.04764055363143606</c:v>
                </c:pt>
                <c:pt idx="29">
                  <c:v>0.06470872276082545</c:v>
                </c:pt>
                <c:pt idx="30">
                  <c:v>0.09768557030919518</c:v>
                </c:pt>
                <c:pt idx="31">
                  <c:v>0.16967640596422848</c:v>
                </c:pt>
                <c:pt idx="32">
                  <c:v>0.3460720567410094</c:v>
                </c:pt>
                <c:pt idx="33">
                  <c:v>0.7261308856555284</c:v>
                </c:pt>
                <c:pt idx="34">
                  <c:v>0.7215694871441569</c:v>
                </c:pt>
                <c:pt idx="35">
                  <c:v>0.36794367439534925</c:v>
                </c:pt>
                <c:pt idx="36">
                  <c:v>0.19560877667044452</c:v>
                </c:pt>
                <c:pt idx="37">
                  <c:v>0.1215277482826157</c:v>
                </c:pt>
                <c:pt idx="38">
                  <c:v>0.08516218504055369</c:v>
                </c:pt>
                <c:pt idx="39">
                  <c:v>0.06568116833992256</c:v>
                </c:pt>
                <c:pt idx="40">
                  <c:v>0.05454747140106628</c:v>
                </c:pt>
                <c:pt idx="41">
                  <c:v>0.048454575529414685</c:v>
                </c:pt>
                <c:pt idx="42">
                  <c:v>0.04582187473697675</c:v>
                </c:pt>
                <c:pt idx="43">
                  <c:v>0.04598893293048975</c:v>
                </c:pt>
                <c:pt idx="44">
                  <c:v>0.049061899634206894</c:v>
                </c:pt>
                <c:pt idx="45">
                  <c:v>0.0561691325984867</c:v>
                </c:pt>
                <c:pt idx="46">
                  <c:v>0.06886767656072448</c:v>
                </c:pt>
                <c:pt idx="47">
                  <c:v>0.0916959697045315</c:v>
                </c:pt>
                <c:pt idx="48">
                  <c:v>0.1348165500023665</c:v>
                </c:pt>
                <c:pt idx="49">
                  <c:v>0.21614990482654733</c:v>
                </c:pt>
                <c:pt idx="50">
                  <c:v>0.37991095016080156</c:v>
                </c:pt>
                <c:pt idx="51">
                  <c:v>0.5967046924289567</c:v>
                </c:pt>
                <c:pt idx="52">
                  <c:v>0.5519200796673431</c:v>
                </c:pt>
                <c:pt idx="53">
                  <c:v>0.3482922751924493</c:v>
                </c:pt>
                <c:pt idx="54">
                  <c:v>0.2151660448905787</c:v>
                </c:pt>
                <c:pt idx="55">
                  <c:v>0.14343771464759553</c:v>
                </c:pt>
                <c:pt idx="56">
                  <c:v>0.10445175139974353</c:v>
                </c:pt>
                <c:pt idx="57">
                  <c:v>0.08214921936967311</c:v>
                </c:pt>
                <c:pt idx="58">
                  <c:v>0.06947065972636988</c:v>
                </c:pt>
                <c:pt idx="59">
                  <c:v>0.0623388775927847</c:v>
                </c:pt>
                <c:pt idx="60">
                  <c:v>0.05938081329876724</c:v>
                </c:pt>
                <c:pt idx="61">
                  <c:v>0.059843365789566214</c:v>
                </c:pt>
                <c:pt idx="62">
                  <c:v>0.0641627201045212</c:v>
                </c:pt>
                <c:pt idx="63">
                  <c:v>0.07293322044854653</c:v>
                </c:pt>
                <c:pt idx="64">
                  <c:v>0.08894376958305936</c:v>
                </c:pt>
                <c:pt idx="65">
                  <c:v>0.11613327129001685</c:v>
                </c:pt>
                <c:pt idx="66">
                  <c:v>0.16332798616880725</c:v>
                </c:pt>
                <c:pt idx="67">
                  <c:v>0.24734891605783446</c:v>
                </c:pt>
                <c:pt idx="68">
                  <c:v>0.377172194417475</c:v>
                </c:pt>
                <c:pt idx="69">
                  <c:v>0.4920545644224204</c:v>
                </c:pt>
                <c:pt idx="70">
                  <c:v>0.4540654849760811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Sheet1!$B$74</c:f>
              <c:strCache>
                <c:ptCount val="1"/>
                <c:pt idx="0">
                  <c:v>Nominal 10.15 µm</c:v>
                </c:pt>
              </c:strCache>
            </c:strRef>
          </c:tx>
          <c:spPr>
            <a:ln w="19050">
              <a:solidFill>
                <a:srgbClr val="1F4E79"/>
              </a:solidFill>
              <a:prstDash val="dash"/>
            </a:ln>
          </c:spPr>
          <c:marker>
            <c:symbol val="none"/>
          </c:marker>
          <c:xVal>
            <c:numRef>
              <c:f>Sheet1!$A$75:$A$76</c:f>
              <c:numCache>
                <c:formatCode>General</c:formatCode>
                <c:ptCount val="2"/>
                <c:pt idx="0">
                  <c:v>10.15</c:v>
                </c:pt>
                <c:pt idx="1">
                  <c:v>10.15</c:v>
                </c:pt>
              </c:numCache>
            </c:numRef>
          </c:xVal>
          <c:yVal>
            <c:numRef>
              <c:f>Sheet1!$B$75:$B$76</c:f>
              <c:numCache>
                <c:formatCode>General</c:formatCode>
                <c:ptCount val="2"/>
                <c:pt idx="0">
                  <c:v>0</c:v>
                </c:pt>
                <c:pt idx="1">
                  <c:v>1.1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3.0"/>
          <c:min val="5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Slab width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1.1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1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1575 nm</c:v>
                </c:pt>
              </c:strCache>
            </c:strRef>
          </c:tx>
          <c:spPr>
            <a:ln w="22225">
              <a:solidFill>
                <a:srgbClr val="C0392B"/>
              </a:solidFill>
            </a:ln>
          </c:spPr>
          <c:marker>
            <c:symbol val="circle"/>
            <c:size val="4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Sheet1!$A$2:$A$72</c:f>
              <c:numCache>
                <c:formatCode>General</c:formatCode>
                <c:ptCount val="71"/>
                <c:pt idx="0">
                  <c:v>5.45</c:v>
                </c:pt>
                <c:pt idx="1">
                  <c:v>5.55</c:v>
                </c:pt>
                <c:pt idx="2">
                  <c:v>5.65</c:v>
                </c:pt>
                <c:pt idx="3">
                  <c:v>5.75</c:v>
                </c:pt>
                <c:pt idx="4">
                  <c:v>5.85</c:v>
                </c:pt>
                <c:pt idx="5">
                  <c:v>5.95</c:v>
                </c:pt>
                <c:pt idx="6">
                  <c:v>6.05</c:v>
                </c:pt>
                <c:pt idx="7">
                  <c:v>6.15</c:v>
                </c:pt>
                <c:pt idx="8">
                  <c:v>6.25</c:v>
                </c:pt>
                <c:pt idx="9">
                  <c:v>6.35</c:v>
                </c:pt>
                <c:pt idx="10">
                  <c:v>6.45</c:v>
                </c:pt>
                <c:pt idx="11">
                  <c:v>6.55</c:v>
                </c:pt>
                <c:pt idx="12">
                  <c:v>6.65</c:v>
                </c:pt>
                <c:pt idx="13">
                  <c:v>6.75</c:v>
                </c:pt>
                <c:pt idx="14">
                  <c:v>6.85</c:v>
                </c:pt>
                <c:pt idx="15">
                  <c:v>6.95</c:v>
                </c:pt>
                <c:pt idx="16">
                  <c:v>7.05</c:v>
                </c:pt>
                <c:pt idx="17">
                  <c:v>7.15</c:v>
                </c:pt>
                <c:pt idx="18">
                  <c:v>7.25</c:v>
                </c:pt>
                <c:pt idx="19">
                  <c:v>7.35</c:v>
                </c:pt>
                <c:pt idx="20">
                  <c:v>7.45</c:v>
                </c:pt>
                <c:pt idx="21">
                  <c:v>7.55</c:v>
                </c:pt>
                <c:pt idx="22">
                  <c:v>7.65</c:v>
                </c:pt>
                <c:pt idx="23">
                  <c:v>7.75</c:v>
                </c:pt>
                <c:pt idx="24">
                  <c:v>7.85</c:v>
                </c:pt>
                <c:pt idx="25">
                  <c:v>7.95</c:v>
                </c:pt>
                <c:pt idx="26">
                  <c:v>8.05</c:v>
                </c:pt>
                <c:pt idx="27">
                  <c:v>8.15</c:v>
                </c:pt>
                <c:pt idx="28">
                  <c:v>8.25</c:v>
                </c:pt>
                <c:pt idx="29">
                  <c:v>8.35</c:v>
                </c:pt>
                <c:pt idx="30">
                  <c:v>8.45</c:v>
                </c:pt>
                <c:pt idx="31">
                  <c:v>8.55</c:v>
                </c:pt>
                <c:pt idx="32">
                  <c:v>8.65</c:v>
                </c:pt>
                <c:pt idx="33">
                  <c:v>8.75</c:v>
                </c:pt>
                <c:pt idx="34">
                  <c:v>8.85</c:v>
                </c:pt>
                <c:pt idx="35">
                  <c:v>8.95</c:v>
                </c:pt>
                <c:pt idx="36">
                  <c:v>9.05</c:v>
                </c:pt>
                <c:pt idx="37">
                  <c:v>9.15</c:v>
                </c:pt>
                <c:pt idx="38">
                  <c:v>9.25</c:v>
                </c:pt>
                <c:pt idx="39">
                  <c:v>9.35</c:v>
                </c:pt>
                <c:pt idx="40">
                  <c:v>9.45</c:v>
                </c:pt>
                <c:pt idx="41">
                  <c:v>9.55</c:v>
                </c:pt>
                <c:pt idx="42">
                  <c:v>9.65</c:v>
                </c:pt>
                <c:pt idx="43">
                  <c:v>9.75</c:v>
                </c:pt>
                <c:pt idx="44">
                  <c:v>9.85</c:v>
                </c:pt>
                <c:pt idx="45">
                  <c:v>9.95</c:v>
                </c:pt>
                <c:pt idx="46">
                  <c:v>10.05</c:v>
                </c:pt>
                <c:pt idx="47">
                  <c:v>10.15</c:v>
                </c:pt>
                <c:pt idx="48">
                  <c:v>10.25</c:v>
                </c:pt>
                <c:pt idx="49">
                  <c:v>10.35</c:v>
                </c:pt>
                <c:pt idx="50">
                  <c:v>10.45</c:v>
                </c:pt>
                <c:pt idx="51">
                  <c:v>10.55</c:v>
                </c:pt>
                <c:pt idx="52">
                  <c:v>10.65</c:v>
                </c:pt>
                <c:pt idx="53">
                  <c:v>10.75</c:v>
                </c:pt>
                <c:pt idx="54">
                  <c:v>10.85</c:v>
                </c:pt>
                <c:pt idx="55">
                  <c:v>10.95</c:v>
                </c:pt>
                <c:pt idx="56">
                  <c:v>11.05</c:v>
                </c:pt>
                <c:pt idx="57">
                  <c:v>11.15</c:v>
                </c:pt>
                <c:pt idx="58">
                  <c:v>11.25</c:v>
                </c:pt>
                <c:pt idx="59">
                  <c:v>11.35</c:v>
                </c:pt>
                <c:pt idx="60">
                  <c:v>11.45</c:v>
                </c:pt>
                <c:pt idx="61">
                  <c:v>11.55</c:v>
                </c:pt>
                <c:pt idx="62">
                  <c:v>11.65</c:v>
                </c:pt>
                <c:pt idx="63">
                  <c:v>11.75</c:v>
                </c:pt>
                <c:pt idx="64">
                  <c:v>11.85</c:v>
                </c:pt>
                <c:pt idx="65">
                  <c:v>11.95</c:v>
                </c:pt>
                <c:pt idx="66">
                  <c:v>12.05</c:v>
                </c:pt>
                <c:pt idx="67">
                  <c:v>12.15</c:v>
                </c:pt>
                <c:pt idx="68">
                  <c:v>12.25</c:v>
                </c:pt>
                <c:pt idx="69">
                  <c:v>12.35</c:v>
                </c:pt>
                <c:pt idx="70">
                  <c:v>12.45</c:v>
                </c:pt>
              </c:numCache>
            </c:numRef>
          </c:xVal>
          <c:yVal>
            <c:numRef>
              <c:f>Sheet1!$B$2:$B$72</c:f>
              <c:numCache>
                <c:formatCode>General</c:formatCode>
                <c:ptCount val="71"/>
                <c:pt idx="0">
                  <c:v>0.08872534541296766</c:v>
                </c:pt>
                <c:pt idx="1">
                  <c:v>0.05091125228581376</c:v>
                </c:pt>
                <c:pt idx="2">
                  <c:v>0.034449366507472295</c:v>
                </c:pt>
                <c:pt idx="3">
                  <c:v>0.025855998935702004</c:v>
                </c:pt>
                <c:pt idx="4">
                  <c:v>0.02100556675269085</c:v>
                </c:pt>
                <c:pt idx="5">
                  <c:v>0.018231772287063342</c:v>
                </c:pt>
                <c:pt idx="6">
                  <c:v>0.016882978491484048</c:v>
                </c:pt>
                <c:pt idx="7">
                  <c:v>0.016733568307219365</c:v>
                </c:pt>
                <c:pt idx="8">
                  <c:v>0.01783643633994232</c:v>
                </c:pt>
                <c:pt idx="9">
                  <c:v>0.020606503343521286</c:v>
                </c:pt>
                <c:pt idx="10">
                  <c:v>0.02610540183636762</c:v>
                </c:pt>
                <c:pt idx="11">
                  <c:v>0.036460688833222295</c:v>
                </c:pt>
                <c:pt idx="12">
                  <c:v>0.057759383349128425</c:v>
                </c:pt>
                <c:pt idx="13">
                  <c:v>0.10792131654404673</c:v>
                </c:pt>
                <c:pt idx="14">
                  <c:v>0.2593420599041353</c:v>
                </c:pt>
                <c:pt idx="15">
                  <c:v>0.8518568844317698</c:v>
                </c:pt>
                <c:pt idx="16">
                  <c:v>1.029144907307609</c:v>
                </c:pt>
                <c:pt idx="17">
                  <c:v>0.3518612567853239</c:v>
                </c:pt>
                <c:pt idx="18">
                  <c:v>0.15858751889084632</c:v>
                </c:pt>
                <c:pt idx="19">
                  <c:v>0.09192706794247414</c:v>
                </c:pt>
                <c:pt idx="20">
                  <c:v>0.06236795377839927</c:v>
                </c:pt>
                <c:pt idx="21">
                  <c:v>0.046928398906736</c:v>
                </c:pt>
                <c:pt idx="22">
                  <c:v>0.03850081723166634</c:v>
                </c:pt>
                <c:pt idx="23">
                  <c:v>0.03369809968070464</c:v>
                </c:pt>
                <c:pt idx="24">
                  <c:v>0.03144085814594755</c:v>
                </c:pt>
                <c:pt idx="25">
                  <c:v>0.03148258283859044</c:v>
                </c:pt>
                <c:pt idx="26">
                  <c:v>0.03359061077340244</c:v>
                </c:pt>
                <c:pt idx="27">
                  <c:v>0.038542226342439326</c:v>
                </c:pt>
                <c:pt idx="28">
                  <c:v>0.04764055363143606</c:v>
                </c:pt>
                <c:pt idx="29">
                  <c:v>0.06470872276082545</c:v>
                </c:pt>
                <c:pt idx="30">
                  <c:v>0.09768557030919518</c:v>
                </c:pt>
                <c:pt idx="31">
                  <c:v>0.16967640596422848</c:v>
                </c:pt>
                <c:pt idx="32">
                  <c:v>0.3460720567410094</c:v>
                </c:pt>
                <c:pt idx="33">
                  <c:v>0.7261308856555284</c:v>
                </c:pt>
                <c:pt idx="34">
                  <c:v>0.7215694871441569</c:v>
                </c:pt>
                <c:pt idx="35">
                  <c:v>0.36794367439534925</c:v>
                </c:pt>
                <c:pt idx="36">
                  <c:v>0.19560877667044452</c:v>
                </c:pt>
                <c:pt idx="37">
                  <c:v>0.1215277482826157</c:v>
                </c:pt>
                <c:pt idx="38">
                  <c:v>0.08516218504055369</c:v>
                </c:pt>
                <c:pt idx="39">
                  <c:v>0.06568116833992256</c:v>
                </c:pt>
                <c:pt idx="40">
                  <c:v>0.05454747140106628</c:v>
                </c:pt>
                <c:pt idx="41">
                  <c:v>0.048454575529414685</c:v>
                </c:pt>
                <c:pt idx="42">
                  <c:v>0.04582187473697675</c:v>
                </c:pt>
                <c:pt idx="43">
                  <c:v>0.04598893293048975</c:v>
                </c:pt>
                <c:pt idx="44">
                  <c:v>0.049061899634206894</c:v>
                </c:pt>
                <c:pt idx="45">
                  <c:v>0.0561691325984867</c:v>
                </c:pt>
                <c:pt idx="46">
                  <c:v>0.06886767656072448</c:v>
                </c:pt>
                <c:pt idx="47">
                  <c:v>0.0916959697045315</c:v>
                </c:pt>
                <c:pt idx="48">
                  <c:v>0.1348165500023665</c:v>
                </c:pt>
                <c:pt idx="49">
                  <c:v>0.21614990482654733</c:v>
                </c:pt>
                <c:pt idx="50">
                  <c:v>0.37991095016080156</c:v>
                </c:pt>
                <c:pt idx="51">
                  <c:v>0.5967046924289567</c:v>
                </c:pt>
                <c:pt idx="52">
                  <c:v>0.5519200796673431</c:v>
                </c:pt>
                <c:pt idx="53">
                  <c:v>0.3482922751924493</c:v>
                </c:pt>
                <c:pt idx="54">
                  <c:v>0.2151660448905787</c:v>
                </c:pt>
                <c:pt idx="55">
                  <c:v>0.14343771464759553</c:v>
                </c:pt>
                <c:pt idx="56">
                  <c:v>0.10445175139974353</c:v>
                </c:pt>
                <c:pt idx="57">
                  <c:v>0.08214921936967311</c:v>
                </c:pt>
                <c:pt idx="58">
                  <c:v>0.06947065972636988</c:v>
                </c:pt>
                <c:pt idx="59">
                  <c:v>0.0623388775927847</c:v>
                </c:pt>
                <c:pt idx="60">
                  <c:v>0.05938081329876724</c:v>
                </c:pt>
                <c:pt idx="61">
                  <c:v>0.059843365789566214</c:v>
                </c:pt>
                <c:pt idx="62">
                  <c:v>0.0641627201045212</c:v>
                </c:pt>
                <c:pt idx="63">
                  <c:v>0.07293322044854653</c:v>
                </c:pt>
                <c:pt idx="64">
                  <c:v>0.08894376958305936</c:v>
                </c:pt>
                <c:pt idx="65">
                  <c:v>0.11613327129001685</c:v>
                </c:pt>
                <c:pt idx="66">
                  <c:v>0.16332798616880725</c:v>
                </c:pt>
                <c:pt idx="67">
                  <c:v>0.24734891605783446</c:v>
                </c:pt>
                <c:pt idx="68">
                  <c:v>0.377172194417475</c:v>
                </c:pt>
                <c:pt idx="69">
                  <c:v>0.4920545644224204</c:v>
                </c:pt>
                <c:pt idx="70">
                  <c:v>0.4540654849760811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Sheet1!$B$74</c:f>
              <c:strCache>
                <c:ptCount val="1"/>
                <c:pt idx="0">
                  <c:v>1525 nm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circle"/>
            <c:size val="4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Sheet1!$A$75:$A$145</c:f>
              <c:numCache>
                <c:formatCode>General</c:formatCode>
                <c:ptCount val="71"/>
                <c:pt idx="0">
                  <c:v>5.45</c:v>
                </c:pt>
                <c:pt idx="1">
                  <c:v>5.55</c:v>
                </c:pt>
                <c:pt idx="2">
                  <c:v>5.65</c:v>
                </c:pt>
                <c:pt idx="3">
                  <c:v>5.75</c:v>
                </c:pt>
                <c:pt idx="4">
                  <c:v>5.85</c:v>
                </c:pt>
                <c:pt idx="5">
                  <c:v>5.95</c:v>
                </c:pt>
                <c:pt idx="6">
                  <c:v>6.05</c:v>
                </c:pt>
                <c:pt idx="7">
                  <c:v>6.15</c:v>
                </c:pt>
                <c:pt idx="8">
                  <c:v>6.25</c:v>
                </c:pt>
                <c:pt idx="9">
                  <c:v>6.35</c:v>
                </c:pt>
                <c:pt idx="10">
                  <c:v>6.45</c:v>
                </c:pt>
                <c:pt idx="11">
                  <c:v>6.55</c:v>
                </c:pt>
                <c:pt idx="12">
                  <c:v>6.65</c:v>
                </c:pt>
                <c:pt idx="13">
                  <c:v>6.75</c:v>
                </c:pt>
                <c:pt idx="14">
                  <c:v>6.85</c:v>
                </c:pt>
                <c:pt idx="15">
                  <c:v>6.95</c:v>
                </c:pt>
                <c:pt idx="16">
                  <c:v>7.05</c:v>
                </c:pt>
                <c:pt idx="17">
                  <c:v>7.15</c:v>
                </c:pt>
                <c:pt idx="18">
                  <c:v>7.25</c:v>
                </c:pt>
                <c:pt idx="19">
                  <c:v>7.35</c:v>
                </c:pt>
                <c:pt idx="20">
                  <c:v>7.45</c:v>
                </c:pt>
                <c:pt idx="21">
                  <c:v>7.55</c:v>
                </c:pt>
                <c:pt idx="22">
                  <c:v>7.65</c:v>
                </c:pt>
                <c:pt idx="23">
                  <c:v>7.75</c:v>
                </c:pt>
                <c:pt idx="24">
                  <c:v>7.85</c:v>
                </c:pt>
                <c:pt idx="25">
                  <c:v>7.95</c:v>
                </c:pt>
                <c:pt idx="26">
                  <c:v>8.05</c:v>
                </c:pt>
                <c:pt idx="27">
                  <c:v>8.15</c:v>
                </c:pt>
                <c:pt idx="28">
                  <c:v>8.25</c:v>
                </c:pt>
                <c:pt idx="29">
                  <c:v>8.35</c:v>
                </c:pt>
                <c:pt idx="30">
                  <c:v>8.45</c:v>
                </c:pt>
                <c:pt idx="31">
                  <c:v>8.55</c:v>
                </c:pt>
                <c:pt idx="32">
                  <c:v>8.65</c:v>
                </c:pt>
                <c:pt idx="33">
                  <c:v>8.75</c:v>
                </c:pt>
                <c:pt idx="34">
                  <c:v>8.85</c:v>
                </c:pt>
                <c:pt idx="35">
                  <c:v>8.95</c:v>
                </c:pt>
                <c:pt idx="36">
                  <c:v>9.05</c:v>
                </c:pt>
                <c:pt idx="37">
                  <c:v>9.15</c:v>
                </c:pt>
                <c:pt idx="38">
                  <c:v>9.25</c:v>
                </c:pt>
                <c:pt idx="39">
                  <c:v>9.35</c:v>
                </c:pt>
                <c:pt idx="40">
                  <c:v>9.45</c:v>
                </c:pt>
                <c:pt idx="41">
                  <c:v>9.55</c:v>
                </c:pt>
                <c:pt idx="42">
                  <c:v>9.65</c:v>
                </c:pt>
                <c:pt idx="43">
                  <c:v>9.75</c:v>
                </c:pt>
                <c:pt idx="44">
                  <c:v>9.85</c:v>
                </c:pt>
                <c:pt idx="45">
                  <c:v>9.95</c:v>
                </c:pt>
                <c:pt idx="46">
                  <c:v>10.05</c:v>
                </c:pt>
                <c:pt idx="47">
                  <c:v>10.15</c:v>
                </c:pt>
                <c:pt idx="48">
                  <c:v>10.25</c:v>
                </c:pt>
                <c:pt idx="49">
                  <c:v>10.35</c:v>
                </c:pt>
                <c:pt idx="50">
                  <c:v>10.45</c:v>
                </c:pt>
                <c:pt idx="51">
                  <c:v>10.55</c:v>
                </c:pt>
                <c:pt idx="52">
                  <c:v>10.65</c:v>
                </c:pt>
                <c:pt idx="53">
                  <c:v>10.75</c:v>
                </c:pt>
                <c:pt idx="54">
                  <c:v>10.85</c:v>
                </c:pt>
                <c:pt idx="55">
                  <c:v>10.95</c:v>
                </c:pt>
                <c:pt idx="56">
                  <c:v>11.05</c:v>
                </c:pt>
                <c:pt idx="57">
                  <c:v>11.15</c:v>
                </c:pt>
                <c:pt idx="58">
                  <c:v>11.25</c:v>
                </c:pt>
                <c:pt idx="59">
                  <c:v>11.35</c:v>
                </c:pt>
                <c:pt idx="60">
                  <c:v>11.45</c:v>
                </c:pt>
                <c:pt idx="61">
                  <c:v>11.55</c:v>
                </c:pt>
                <c:pt idx="62">
                  <c:v>11.65</c:v>
                </c:pt>
                <c:pt idx="63">
                  <c:v>11.75</c:v>
                </c:pt>
                <c:pt idx="64">
                  <c:v>11.85</c:v>
                </c:pt>
                <c:pt idx="65">
                  <c:v>11.95</c:v>
                </c:pt>
                <c:pt idx="66">
                  <c:v>12.05</c:v>
                </c:pt>
                <c:pt idx="67">
                  <c:v>12.15</c:v>
                </c:pt>
                <c:pt idx="68">
                  <c:v>12.25</c:v>
                </c:pt>
                <c:pt idx="69">
                  <c:v>12.35</c:v>
                </c:pt>
                <c:pt idx="70">
                  <c:v>12.45</c:v>
                </c:pt>
              </c:numCache>
            </c:numRef>
          </c:xVal>
          <c:yVal>
            <c:numRef>
              <c:f>Sheet1!$B$75:$B$145</c:f>
              <c:numCache>
                <c:formatCode>General</c:formatCode>
                <c:ptCount val="71"/>
                <c:pt idx="0">
                  <c:v>0.03932058062554764</c:v>
                </c:pt>
                <c:pt idx="1">
                  <c:v>0.024433000620674626</c:v>
                </c:pt>
                <c:pt idx="2">
                  <c:v>0.01741497518143272</c:v>
                </c:pt>
                <c:pt idx="3">
                  <c:v>0.013635364605416447</c:v>
                </c:pt>
                <c:pt idx="4">
                  <c:v>0.011550308007481745</c:v>
                </c:pt>
                <c:pt idx="5">
                  <c:v>0.010514145137054565</c:v>
                </c:pt>
                <c:pt idx="6">
                  <c:v>0.010319354551238398</c:v>
                </c:pt>
                <c:pt idx="7">
                  <c:v>0.010993326672265482</c:v>
                </c:pt>
                <c:pt idx="8">
                  <c:v>0.012803283243312667</c:v>
                </c:pt>
                <c:pt idx="9">
                  <c:v>0.01646283989926439</c:v>
                </c:pt>
                <c:pt idx="10">
                  <c:v>0.02383885653781031</c:v>
                </c:pt>
                <c:pt idx="11">
                  <c:v>0.03946452505544354</c:v>
                </c:pt>
                <c:pt idx="12">
                  <c:v>0.08003524954732548</c:v>
                </c:pt>
                <c:pt idx="13">
                  <c:v>0.22116252701636563</c:v>
                </c:pt>
                <c:pt idx="14">
                  <c:v>0.7466341815790882</c:v>
                </c:pt>
                <c:pt idx="15">
                  <c:v>0.417981692639179</c:v>
                </c:pt>
                <c:pt idx="16">
                  <c:v>0.1462375631550864</c:v>
                </c:pt>
                <c:pt idx="17">
                  <c:v>0.07239566781083108</c:v>
                </c:pt>
                <c:pt idx="18">
                  <c:v>0.044769587478217486</c:v>
                </c:pt>
                <c:pt idx="19">
                  <c:v>0.03185909025438282</c:v>
                </c:pt>
                <c:pt idx="20">
                  <c:v>0.02505502366271365</c:v>
                </c:pt>
                <c:pt idx="21">
                  <c:v>0.02131772245185963</c:v>
                </c:pt>
                <c:pt idx="22">
                  <c:v>0.019564810122964446</c:v>
                </c:pt>
                <c:pt idx="23">
                  <c:v>0.019242770848676583</c:v>
                </c:pt>
                <c:pt idx="24">
                  <c:v>0.020459982979236055</c:v>
                </c:pt>
                <c:pt idx="25">
                  <c:v>0.023484969671128057</c:v>
                </c:pt>
                <c:pt idx="26">
                  <c:v>0.029552192760981585</c:v>
                </c:pt>
                <c:pt idx="27">
                  <c:v>0.04117043434553888</c:v>
                </c:pt>
                <c:pt idx="28">
                  <c:v>0.06419511456614671</c:v>
                </c:pt>
                <c:pt idx="29">
                  <c:v>0.11826688884027682</c:v>
                </c:pt>
                <c:pt idx="30">
                  <c:v>0.25924635895799897</c:v>
                </c:pt>
                <c:pt idx="31">
                  <c:v>0.5117404378947565</c:v>
                </c:pt>
                <c:pt idx="32">
                  <c:v>0.3737873806083058</c:v>
                </c:pt>
                <c:pt idx="33">
                  <c:v>0.1753709252050042</c:v>
                </c:pt>
                <c:pt idx="34">
                  <c:v>0.09626702712692477</c:v>
                </c:pt>
                <c:pt idx="35">
                  <c:v>0.06184698462070722</c:v>
                </c:pt>
                <c:pt idx="36">
                  <c:v>0.044865485930191545</c:v>
                </c:pt>
                <c:pt idx="37">
                  <c:v>0.03574878568098939</c:v>
                </c:pt>
                <c:pt idx="38">
                  <c:v>0.030755176064026397</c:v>
                </c:pt>
                <c:pt idx="39">
                  <c:v>0.028386823992982188</c:v>
                </c:pt>
                <c:pt idx="40">
                  <c:v>0.02803483340299516</c:v>
                </c:pt>
                <c:pt idx="41">
                  <c:v>0.029675204406928654</c:v>
                </c:pt>
                <c:pt idx="42">
                  <c:v>0.03379782264048058</c:v>
                </c:pt>
                <c:pt idx="43">
                  <c:v>0.04190860587656529</c:v>
                </c:pt>
                <c:pt idx="44">
                  <c:v>0.056451679771187396</c:v>
                </c:pt>
                <c:pt idx="45">
                  <c:v>0.08544505597309618</c:v>
                </c:pt>
                <c:pt idx="46">
                  <c:v>0.14360546422938456</c:v>
                </c:pt>
                <c:pt idx="47">
                  <c:v>0.2617194281894804</c:v>
                </c:pt>
                <c:pt idx="48">
                  <c:v>0.3910418550792821</c:v>
                </c:pt>
                <c:pt idx="49">
                  <c:v>0.31641020546839</c:v>
                </c:pt>
                <c:pt idx="50">
                  <c:v>0.1845528307166586</c:v>
                </c:pt>
                <c:pt idx="51">
                  <c:v>0.1109127592726066</c:v>
                </c:pt>
                <c:pt idx="52">
                  <c:v>0.07512308615300416</c:v>
                </c:pt>
                <c:pt idx="53">
                  <c:v>0.05616659218342761</c:v>
                </c:pt>
                <c:pt idx="54">
                  <c:v>0.045643277899773516</c:v>
                </c:pt>
                <c:pt idx="55">
                  <c:v>0.03972193535674862</c:v>
                </c:pt>
                <c:pt idx="56">
                  <c:v>0.0368507050088838</c:v>
                </c:pt>
                <c:pt idx="57">
                  <c:v>0.03652460162402475</c:v>
                </c:pt>
                <c:pt idx="58">
                  <c:v>0.038742015007195825</c:v>
                </c:pt>
                <c:pt idx="59">
                  <c:v>0.04370860192704556</c:v>
                </c:pt>
                <c:pt idx="60">
                  <c:v>0.05319184611310472</c:v>
                </c:pt>
                <c:pt idx="61">
                  <c:v>0.06977004169257599</c:v>
                </c:pt>
                <c:pt idx="62">
                  <c:v>0.10097518503716527</c:v>
                </c:pt>
                <c:pt idx="63">
                  <c:v>0.15677747163279443</c:v>
                </c:pt>
                <c:pt idx="64">
                  <c:v>0.24697822653697124</c:v>
                </c:pt>
                <c:pt idx="65">
                  <c:v>0.3163713496365366</c:v>
                </c:pt>
                <c:pt idx="66">
                  <c:v>0.27134943154441865</c:v>
                </c:pt>
                <c:pt idx="67">
                  <c:v>0.18230404735390415</c:v>
                </c:pt>
                <c:pt idx="68">
                  <c:v>0.12069973696583831</c:v>
                </c:pt>
                <c:pt idx="69">
                  <c:v>0.08576416657992599</c:v>
                </c:pt>
                <c:pt idx="70">
                  <c:v>0.06586091047662662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Sheet1!$B$147</c:f>
              <c:strCache>
                <c:ptCount val="1"/>
                <c:pt idx="0">
                  <c:v>1625 nm</c:v>
                </c:pt>
              </c:strCache>
            </c:strRef>
          </c:tx>
          <c:spPr>
            <a:ln w="22225">
              <a:solidFill>
                <a:srgbClr val="1B9E77"/>
              </a:solidFill>
            </a:ln>
          </c:spPr>
          <c:marker>
            <c:symbol val="circle"/>
            <c:size val="4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Sheet1!$A$148:$A$218</c:f>
              <c:numCache>
                <c:formatCode>General</c:formatCode>
                <c:ptCount val="71"/>
                <c:pt idx="0">
                  <c:v>5.45</c:v>
                </c:pt>
                <c:pt idx="1">
                  <c:v>5.55</c:v>
                </c:pt>
                <c:pt idx="2">
                  <c:v>5.65</c:v>
                </c:pt>
                <c:pt idx="3">
                  <c:v>5.75</c:v>
                </c:pt>
                <c:pt idx="4">
                  <c:v>5.85</c:v>
                </c:pt>
                <c:pt idx="5">
                  <c:v>5.95</c:v>
                </c:pt>
                <c:pt idx="6">
                  <c:v>6.05</c:v>
                </c:pt>
                <c:pt idx="7">
                  <c:v>6.15</c:v>
                </c:pt>
                <c:pt idx="8">
                  <c:v>6.25</c:v>
                </c:pt>
                <c:pt idx="9">
                  <c:v>6.35</c:v>
                </c:pt>
                <c:pt idx="10">
                  <c:v>6.45</c:v>
                </c:pt>
                <c:pt idx="11">
                  <c:v>6.55</c:v>
                </c:pt>
                <c:pt idx="12">
                  <c:v>6.65</c:v>
                </c:pt>
                <c:pt idx="13">
                  <c:v>6.75</c:v>
                </c:pt>
                <c:pt idx="14">
                  <c:v>6.85</c:v>
                </c:pt>
                <c:pt idx="15">
                  <c:v>6.95</c:v>
                </c:pt>
                <c:pt idx="16">
                  <c:v>7.05</c:v>
                </c:pt>
                <c:pt idx="17">
                  <c:v>7.15</c:v>
                </c:pt>
                <c:pt idx="18">
                  <c:v>7.25</c:v>
                </c:pt>
                <c:pt idx="19">
                  <c:v>7.35</c:v>
                </c:pt>
                <c:pt idx="20">
                  <c:v>7.45</c:v>
                </c:pt>
                <c:pt idx="21">
                  <c:v>7.55</c:v>
                </c:pt>
                <c:pt idx="22">
                  <c:v>7.65</c:v>
                </c:pt>
                <c:pt idx="23">
                  <c:v>7.75</c:v>
                </c:pt>
                <c:pt idx="24">
                  <c:v>7.85</c:v>
                </c:pt>
                <c:pt idx="25">
                  <c:v>7.95</c:v>
                </c:pt>
                <c:pt idx="26">
                  <c:v>8.05</c:v>
                </c:pt>
                <c:pt idx="27">
                  <c:v>8.15</c:v>
                </c:pt>
                <c:pt idx="28">
                  <c:v>8.25</c:v>
                </c:pt>
                <c:pt idx="29">
                  <c:v>8.35</c:v>
                </c:pt>
                <c:pt idx="30">
                  <c:v>8.45</c:v>
                </c:pt>
                <c:pt idx="31">
                  <c:v>8.55</c:v>
                </c:pt>
                <c:pt idx="32">
                  <c:v>8.65</c:v>
                </c:pt>
                <c:pt idx="33">
                  <c:v>8.75</c:v>
                </c:pt>
                <c:pt idx="34">
                  <c:v>8.85</c:v>
                </c:pt>
                <c:pt idx="35">
                  <c:v>8.95</c:v>
                </c:pt>
                <c:pt idx="36">
                  <c:v>9.05</c:v>
                </c:pt>
                <c:pt idx="37">
                  <c:v>9.15</c:v>
                </c:pt>
                <c:pt idx="38">
                  <c:v>9.25</c:v>
                </c:pt>
                <c:pt idx="39">
                  <c:v>9.35</c:v>
                </c:pt>
                <c:pt idx="40">
                  <c:v>9.45</c:v>
                </c:pt>
                <c:pt idx="41">
                  <c:v>9.55</c:v>
                </c:pt>
                <c:pt idx="42">
                  <c:v>9.65</c:v>
                </c:pt>
                <c:pt idx="43">
                  <c:v>9.75</c:v>
                </c:pt>
                <c:pt idx="44">
                  <c:v>9.85</c:v>
                </c:pt>
                <c:pt idx="45">
                  <c:v>9.95</c:v>
                </c:pt>
                <c:pt idx="46">
                  <c:v>10.05</c:v>
                </c:pt>
                <c:pt idx="47">
                  <c:v>10.15</c:v>
                </c:pt>
                <c:pt idx="48">
                  <c:v>10.25</c:v>
                </c:pt>
                <c:pt idx="49">
                  <c:v>10.35</c:v>
                </c:pt>
                <c:pt idx="50">
                  <c:v>10.45</c:v>
                </c:pt>
                <c:pt idx="51">
                  <c:v>10.55</c:v>
                </c:pt>
                <c:pt idx="52">
                  <c:v>10.65</c:v>
                </c:pt>
                <c:pt idx="53">
                  <c:v>10.75</c:v>
                </c:pt>
                <c:pt idx="54">
                  <c:v>10.85</c:v>
                </c:pt>
                <c:pt idx="55">
                  <c:v>10.95</c:v>
                </c:pt>
                <c:pt idx="56">
                  <c:v>11.05</c:v>
                </c:pt>
                <c:pt idx="57">
                  <c:v>11.15</c:v>
                </c:pt>
                <c:pt idx="58">
                  <c:v>11.25</c:v>
                </c:pt>
                <c:pt idx="59">
                  <c:v>11.35</c:v>
                </c:pt>
                <c:pt idx="60">
                  <c:v>11.45</c:v>
                </c:pt>
                <c:pt idx="61">
                  <c:v>11.55</c:v>
                </c:pt>
                <c:pt idx="62">
                  <c:v>11.65</c:v>
                </c:pt>
                <c:pt idx="63">
                  <c:v>11.75</c:v>
                </c:pt>
                <c:pt idx="64">
                  <c:v>11.85</c:v>
                </c:pt>
                <c:pt idx="65">
                  <c:v>11.95</c:v>
                </c:pt>
                <c:pt idx="66">
                  <c:v>12.05</c:v>
                </c:pt>
                <c:pt idx="67">
                  <c:v>12.15</c:v>
                </c:pt>
                <c:pt idx="68">
                  <c:v>12.25</c:v>
                </c:pt>
                <c:pt idx="69">
                  <c:v>12.35</c:v>
                </c:pt>
                <c:pt idx="70">
                  <c:v>12.45</c:v>
                </c:pt>
              </c:numCache>
            </c:numRef>
          </c:xVal>
          <c:yVal>
            <c:numRef>
              <c:f>Sheet1!$B$148:$B$218</c:f>
              <c:numCache>
                <c:formatCode>General</c:formatCode>
                <c:ptCount val="71"/>
                <c:pt idx="0">
                  <c:v>0.21550404131595224</c:v>
                </c:pt>
                <c:pt idx="1">
                  <c:v>0.11118522018203494</c:v>
                </c:pt>
                <c:pt idx="2">
                  <c:v>0.07069097381748071</c:v>
                </c:pt>
                <c:pt idx="3">
                  <c:v>0.050728902167220535</c:v>
                </c:pt>
                <c:pt idx="4">
                  <c:v>0.03962991713501587</c:v>
                </c:pt>
                <c:pt idx="5">
                  <c:v>0.03303482480250699</c:v>
                </c:pt>
                <c:pt idx="6">
                  <c:v>0.02919859969035338</c:v>
                </c:pt>
                <c:pt idx="7">
                  <c:v>0.02734642869100147</c:v>
                </c:pt>
                <c:pt idx="8">
                  <c:v>0.027188563896339734</c:v>
                </c:pt>
                <c:pt idx="9">
                  <c:v>0.028866554842099056</c:v>
                </c:pt>
                <c:pt idx="10">
                  <c:v>0.032975820375187787</c:v>
                </c:pt>
                <c:pt idx="11">
                  <c:v>0.04069230108260972</c:v>
                </c:pt>
                <c:pt idx="12">
                  <c:v>0.05497869406904249</c:v>
                </c:pt>
                <c:pt idx="13">
                  <c:v>0.08263888229918223</c:v>
                </c:pt>
                <c:pt idx="14">
                  <c:v>0.14253853804948877</c:v>
                </c:pt>
                <c:pt idx="15">
                  <c:v>0.2986461035325525</c:v>
                </c:pt>
                <c:pt idx="16">
                  <c:v>0.8216106650867232</c:v>
                </c:pt>
                <c:pt idx="17">
                  <c:v>1.9493076760685966</c:v>
                </c:pt>
                <c:pt idx="18">
                  <c:v>0.9422659539586705</c:v>
                </c:pt>
                <c:pt idx="19">
                  <c:v>0.38117059418157767</c:v>
                </c:pt>
                <c:pt idx="20">
                  <c:v>0.20263497511820414</c:v>
                </c:pt>
                <c:pt idx="21">
                  <c:v>0.12868801851436099</c:v>
                </c:pt>
                <c:pt idx="22">
                  <c:v>0.09283734059453481</c:v>
                </c:pt>
                <c:pt idx="23">
                  <c:v>0.07252809520965016</c:v>
                </c:pt>
                <c:pt idx="24">
                  <c:v>0.06044944293050771</c:v>
                </c:pt>
                <c:pt idx="25">
                  <c:v>0.05439734396923516</c:v>
                </c:pt>
                <c:pt idx="26">
                  <c:v>0.05131099464022048</c:v>
                </c:pt>
                <c:pt idx="27">
                  <c:v>0.051345465758618</c:v>
                </c:pt>
                <c:pt idx="28">
                  <c:v>0.05451953764613033</c:v>
                </c:pt>
                <c:pt idx="29">
                  <c:v>0.0616641764470348</c:v>
                </c:pt>
                <c:pt idx="30">
                  <c:v>0.07465933030938657</c:v>
                </c:pt>
                <c:pt idx="31">
                  <c:v>0.09802338270829226</c:v>
                </c:pt>
                <c:pt idx="32">
                  <c:v>0.1411838207079126</c:v>
                </c:pt>
                <c:pt idx="33">
                  <c:v>0.23009737361434973</c:v>
                </c:pt>
                <c:pt idx="34">
                  <c:v>0.4251929532617942</c:v>
                </c:pt>
                <c:pt idx="35">
                  <c:v>0.8689967609556218</c:v>
                </c:pt>
                <c:pt idx="36">
                  <c:v>1.2586897486250004</c:v>
                </c:pt>
                <c:pt idx="37">
                  <c:v>0.8247470619310181</c:v>
                </c:pt>
                <c:pt idx="38">
                  <c:v>0.4359950799514714</c:v>
                </c:pt>
                <c:pt idx="39">
                  <c:v>0.2584879286554182</c:v>
                </c:pt>
                <c:pt idx="40">
                  <c:v>0.17274296839984096</c:v>
                </c:pt>
                <c:pt idx="41">
                  <c:v>0.12771969123950297</c:v>
                </c:pt>
                <c:pt idx="42">
                  <c:v>0.10227959508926686</c:v>
                </c:pt>
                <c:pt idx="43">
                  <c:v>0.08688973768324691</c:v>
                </c:pt>
                <c:pt idx="44">
                  <c:v>0.07840328398198429</c:v>
                </c:pt>
                <c:pt idx="45">
                  <c:v>0.07465187449591597</c:v>
                </c:pt>
                <c:pt idx="46">
                  <c:v>0.07508463652706368</c:v>
                </c:pt>
                <c:pt idx="47">
                  <c:v>0.07976670877203607</c:v>
                </c:pt>
                <c:pt idx="48">
                  <c:v>0.08998652868974202</c:v>
                </c:pt>
                <c:pt idx="49">
                  <c:v>0.10760975668678192</c:v>
                </c:pt>
                <c:pt idx="50">
                  <c:v>0.13911235542058947</c:v>
                </c:pt>
                <c:pt idx="51">
                  <c:v>0.19697388285818285</c:v>
                </c:pt>
                <c:pt idx="52">
                  <c:v>0.29955241922430026</c:v>
                </c:pt>
                <c:pt idx="53">
                  <c:v>0.49212525165692866</c:v>
                </c:pt>
                <c:pt idx="54">
                  <c:v>0.7849149579353183</c:v>
                </c:pt>
                <c:pt idx="55">
                  <c:v>0.9368036281680263</c:v>
                </c:pt>
                <c:pt idx="56">
                  <c:v>0.7112422336217163</c:v>
                </c:pt>
                <c:pt idx="57">
                  <c:v>0.44748721712590084</c:v>
                </c:pt>
                <c:pt idx="58">
                  <c:v>0.2918213492509532</c:v>
                </c:pt>
                <c:pt idx="59">
                  <c:v>0.20569329704936756</c:v>
                </c:pt>
                <c:pt idx="60">
                  <c:v>0.15688301154225093</c:v>
                </c:pt>
                <c:pt idx="61">
                  <c:v>0.12830546149249772</c:v>
                </c:pt>
                <c:pt idx="62">
                  <c:v>0.1106724927106576</c:v>
                </c:pt>
                <c:pt idx="63">
                  <c:v>0.10057335502541564</c:v>
                </c:pt>
                <c:pt idx="64">
                  <c:v>0.0968102046884514</c:v>
                </c:pt>
                <c:pt idx="65">
                  <c:v>0.09787070718602667</c:v>
                </c:pt>
                <c:pt idx="66">
                  <c:v>0.10408476293894958</c:v>
                </c:pt>
                <c:pt idx="67">
                  <c:v>0.11713484884774962</c:v>
                </c:pt>
                <c:pt idx="68">
                  <c:v>0.1394316327050688</c:v>
                </c:pt>
                <c:pt idx="69">
                  <c:v>0.176412482804103</c:v>
                </c:pt>
                <c:pt idx="70">
                  <c:v>0.23906221473502004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Sheet1!$B$220</c:f>
              <c:strCache>
                <c:ptCount val="1"/>
                <c:pt idx="0">
                  <c:v>Nominal 10.15 µm</c:v>
                </c:pt>
              </c:strCache>
            </c:strRef>
          </c:tx>
          <c:spPr>
            <a:ln w="19050">
              <a:solidFill>
                <a:srgbClr val="1F4E79"/>
              </a:solidFill>
              <a:prstDash val="dash"/>
            </a:ln>
          </c:spPr>
          <c:marker>
            <c:symbol val="none"/>
          </c:marker>
          <c:xVal>
            <c:numRef>
              <c:f>Sheet1!$A$221:$A$222</c:f>
              <c:numCache>
                <c:formatCode>General</c:formatCode>
                <c:ptCount val="2"/>
                <c:pt idx="0">
                  <c:v>10.15</c:v>
                </c:pt>
                <c:pt idx="1">
                  <c:v>10.15</c:v>
                </c:pt>
              </c:numCache>
            </c:numRef>
          </c:xVal>
          <c:yVal>
            <c:numRef>
              <c:f>Sheet1!$B$221:$B$222</c:f>
              <c:numCache>
                <c:formatCode>General</c:formatCode>
                <c:ptCount val="2"/>
                <c:pt idx="0">
                  <c:v>0</c:v>
                </c:pt>
                <c:pt idx="1">
                  <c:v>2.0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3.0"/>
          <c:min val="5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Slab width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2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2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5400">
              <a:solidFill>
                <a:srgbClr val="1F4E79"/>
              </a:solidFill>
            </a:ln>
          </c:spPr>
          <c:marker>
            <c:symbol val="circle"/>
            <c:size val="6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3.55</c:v>
                </c:pt>
                <c:pt idx="1">
                  <c:v>3.6</c:v>
                </c:pt>
                <c:pt idx="2">
                  <c:v>3.65</c:v>
                </c:pt>
                <c:pt idx="3">
                  <c:v>3.7</c:v>
                </c:pt>
                <c:pt idx="4">
                  <c:v>3.75</c:v>
                </c:pt>
                <c:pt idx="5">
                  <c:v>3.85</c:v>
                </c:pt>
                <c:pt idx="6">
                  <c:v>4.15</c:v>
                </c:pt>
                <c:pt idx="7">
                  <c:v>4.45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2.3631382435978754</c:v>
                </c:pt>
                <c:pt idx="1">
                  <c:v>2.393407459935598</c:v>
                </c:pt>
                <c:pt idx="2">
                  <c:v>2.4237411404223774</c:v>
                </c:pt>
                <c:pt idx="3">
                  <c:v>2.4539199780698255</c:v>
                </c:pt>
                <c:pt idx="4">
                  <c:v>2.4841069556580027</c:v>
                </c:pt>
                <c:pt idx="5">
                  <c:v>2.5443552763058435</c:v>
                </c:pt>
                <c:pt idx="6">
                  <c:v>2.724421562984533</c:v>
                </c:pt>
                <c:pt idx="7">
                  <c:v>2.9038109780497776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No buffer, 4.45 µm</c:v>
                </c:pt>
              </c:strCache>
            </c:strRef>
          </c:tx>
          <c:spPr>
            <a:ln w="19050">
              <a:solidFill>
                <a:srgbClr val="C0392B"/>
              </a:solidFill>
              <a:prstDash val="dash"/>
            </a:ln>
          </c:spPr>
          <c:marker>
            <c:symbol val="none"/>
          </c:marker>
          <c:xVal>
            <c:numRef>
              <c:f>Sheet1!$A$12:$A$13</c:f>
              <c:numCache>
                <c:formatCode>General</c:formatCode>
                <c:ptCount val="2"/>
                <c:pt idx="0">
                  <c:v>3.5</c:v>
                </c:pt>
                <c:pt idx="1">
                  <c:v>4.5</c:v>
                </c:pt>
              </c:numCache>
            </c:numRef>
          </c:xVal>
          <c:yVal>
            <c:numRef>
              <c:f>Sheet1!$B$12:$B$13</c:f>
              <c:numCache>
                <c:formatCode>General</c:formatCode>
                <c:ptCount val="2"/>
                <c:pt idx="0">
                  <c:v>2.4215</c:v>
                </c:pt>
                <c:pt idx="1">
                  <c:v>2.4215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4.5"/>
          <c:min val="3.5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Gap on the buffer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3.0"/>
          <c:min val="2.3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1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buffer, gap 4.45 µm</c:v>
                </c:pt>
              </c:strCache>
            </c:strRef>
          </c:tx>
          <c:spPr>
            <a:ln w="22225">
              <a:solidFill>
                <a:srgbClr val="C0392B"/>
              </a:solidFill>
            </a:ln>
          </c:spPr>
          <c:marker>
            <c:symbol val="circle"/>
            <c:size val="4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Sheet1!$A$2:$A$72</c:f>
              <c:numCache>
                <c:formatCode>General</c:formatCode>
                <c:ptCount val="71"/>
                <c:pt idx="0">
                  <c:v>5.45</c:v>
                </c:pt>
                <c:pt idx="1">
                  <c:v>5.55</c:v>
                </c:pt>
                <c:pt idx="2">
                  <c:v>5.65</c:v>
                </c:pt>
                <c:pt idx="3">
                  <c:v>5.75</c:v>
                </c:pt>
                <c:pt idx="4">
                  <c:v>5.85</c:v>
                </c:pt>
                <c:pt idx="5">
                  <c:v>5.95</c:v>
                </c:pt>
                <c:pt idx="6">
                  <c:v>6.05</c:v>
                </c:pt>
                <c:pt idx="7">
                  <c:v>6.15</c:v>
                </c:pt>
                <c:pt idx="8">
                  <c:v>6.25</c:v>
                </c:pt>
                <c:pt idx="9">
                  <c:v>6.35</c:v>
                </c:pt>
                <c:pt idx="10">
                  <c:v>6.45</c:v>
                </c:pt>
                <c:pt idx="11">
                  <c:v>6.55</c:v>
                </c:pt>
                <c:pt idx="12">
                  <c:v>6.65</c:v>
                </c:pt>
                <c:pt idx="13">
                  <c:v>6.75</c:v>
                </c:pt>
                <c:pt idx="14">
                  <c:v>6.85</c:v>
                </c:pt>
                <c:pt idx="15">
                  <c:v>6.95</c:v>
                </c:pt>
                <c:pt idx="16">
                  <c:v>7.05</c:v>
                </c:pt>
                <c:pt idx="17">
                  <c:v>7.15</c:v>
                </c:pt>
                <c:pt idx="18">
                  <c:v>7.25</c:v>
                </c:pt>
                <c:pt idx="19">
                  <c:v>7.35</c:v>
                </c:pt>
                <c:pt idx="20">
                  <c:v>7.45</c:v>
                </c:pt>
                <c:pt idx="21">
                  <c:v>7.55</c:v>
                </c:pt>
                <c:pt idx="22">
                  <c:v>7.65</c:v>
                </c:pt>
                <c:pt idx="23">
                  <c:v>7.75</c:v>
                </c:pt>
                <c:pt idx="24">
                  <c:v>7.85</c:v>
                </c:pt>
                <c:pt idx="25">
                  <c:v>7.95</c:v>
                </c:pt>
                <c:pt idx="26">
                  <c:v>8.05</c:v>
                </c:pt>
                <c:pt idx="27">
                  <c:v>8.15</c:v>
                </c:pt>
                <c:pt idx="28">
                  <c:v>8.25</c:v>
                </c:pt>
                <c:pt idx="29">
                  <c:v>8.35</c:v>
                </c:pt>
                <c:pt idx="30">
                  <c:v>8.45</c:v>
                </c:pt>
                <c:pt idx="31">
                  <c:v>8.55</c:v>
                </c:pt>
                <c:pt idx="32">
                  <c:v>8.65</c:v>
                </c:pt>
                <c:pt idx="33">
                  <c:v>8.75</c:v>
                </c:pt>
                <c:pt idx="34">
                  <c:v>8.85</c:v>
                </c:pt>
                <c:pt idx="35">
                  <c:v>8.95</c:v>
                </c:pt>
                <c:pt idx="36">
                  <c:v>9.05</c:v>
                </c:pt>
                <c:pt idx="37">
                  <c:v>9.15</c:v>
                </c:pt>
                <c:pt idx="38">
                  <c:v>9.25</c:v>
                </c:pt>
                <c:pt idx="39">
                  <c:v>9.35</c:v>
                </c:pt>
                <c:pt idx="40">
                  <c:v>9.45</c:v>
                </c:pt>
                <c:pt idx="41">
                  <c:v>9.55</c:v>
                </c:pt>
                <c:pt idx="42">
                  <c:v>9.65</c:v>
                </c:pt>
                <c:pt idx="43">
                  <c:v>9.75</c:v>
                </c:pt>
                <c:pt idx="44">
                  <c:v>9.85</c:v>
                </c:pt>
                <c:pt idx="45">
                  <c:v>9.95</c:v>
                </c:pt>
                <c:pt idx="46">
                  <c:v>10.05</c:v>
                </c:pt>
                <c:pt idx="47">
                  <c:v>10.15</c:v>
                </c:pt>
                <c:pt idx="48">
                  <c:v>10.25</c:v>
                </c:pt>
                <c:pt idx="49">
                  <c:v>10.35</c:v>
                </c:pt>
                <c:pt idx="50">
                  <c:v>10.45</c:v>
                </c:pt>
                <c:pt idx="51">
                  <c:v>10.55</c:v>
                </c:pt>
                <c:pt idx="52">
                  <c:v>10.65</c:v>
                </c:pt>
                <c:pt idx="53">
                  <c:v>10.75</c:v>
                </c:pt>
                <c:pt idx="54">
                  <c:v>10.85</c:v>
                </c:pt>
                <c:pt idx="55">
                  <c:v>10.95</c:v>
                </c:pt>
                <c:pt idx="56">
                  <c:v>11.05</c:v>
                </c:pt>
                <c:pt idx="57">
                  <c:v>11.15</c:v>
                </c:pt>
                <c:pt idx="58">
                  <c:v>11.25</c:v>
                </c:pt>
                <c:pt idx="59">
                  <c:v>11.35</c:v>
                </c:pt>
                <c:pt idx="60">
                  <c:v>11.45</c:v>
                </c:pt>
                <c:pt idx="61">
                  <c:v>11.55</c:v>
                </c:pt>
                <c:pt idx="62">
                  <c:v>11.65</c:v>
                </c:pt>
                <c:pt idx="63">
                  <c:v>11.75</c:v>
                </c:pt>
                <c:pt idx="64">
                  <c:v>11.85</c:v>
                </c:pt>
                <c:pt idx="65">
                  <c:v>11.95</c:v>
                </c:pt>
                <c:pt idx="66">
                  <c:v>12.05</c:v>
                </c:pt>
                <c:pt idx="67">
                  <c:v>12.15</c:v>
                </c:pt>
                <c:pt idx="68">
                  <c:v>12.25</c:v>
                </c:pt>
                <c:pt idx="69">
                  <c:v>12.35</c:v>
                </c:pt>
                <c:pt idx="70">
                  <c:v>12.45</c:v>
                </c:pt>
              </c:numCache>
            </c:numRef>
          </c:xVal>
          <c:yVal>
            <c:numRef>
              <c:f>Sheet1!$B$2:$B$72</c:f>
              <c:numCache>
                <c:formatCode>General</c:formatCode>
                <c:ptCount val="71"/>
                <c:pt idx="0">
                  <c:v>0.08872534541296766</c:v>
                </c:pt>
                <c:pt idx="1">
                  <c:v>0.05091125228581376</c:v>
                </c:pt>
                <c:pt idx="2">
                  <c:v>0.034449366507472295</c:v>
                </c:pt>
                <c:pt idx="3">
                  <c:v>0.025855998935702004</c:v>
                </c:pt>
                <c:pt idx="4">
                  <c:v>0.02100556675269085</c:v>
                </c:pt>
                <c:pt idx="5">
                  <c:v>0.018231772287063342</c:v>
                </c:pt>
                <c:pt idx="6">
                  <c:v>0.016882978491484048</c:v>
                </c:pt>
                <c:pt idx="7">
                  <c:v>0.016733568307219365</c:v>
                </c:pt>
                <c:pt idx="8">
                  <c:v>0.01783643633994232</c:v>
                </c:pt>
                <c:pt idx="9">
                  <c:v>0.020606503343521286</c:v>
                </c:pt>
                <c:pt idx="10">
                  <c:v>0.02610540183636762</c:v>
                </c:pt>
                <c:pt idx="11">
                  <c:v>0.036460688833222295</c:v>
                </c:pt>
                <c:pt idx="12">
                  <c:v>0.057759383349128425</c:v>
                </c:pt>
                <c:pt idx="13">
                  <c:v>0.10792131654404673</c:v>
                </c:pt>
                <c:pt idx="14">
                  <c:v>0.2593420599041353</c:v>
                </c:pt>
                <c:pt idx="15">
                  <c:v>0.8518568844317698</c:v>
                </c:pt>
                <c:pt idx="16">
                  <c:v>1.029144907307609</c:v>
                </c:pt>
                <c:pt idx="17">
                  <c:v>0.3518612567853239</c:v>
                </c:pt>
                <c:pt idx="18">
                  <c:v>0.15858751889084632</c:v>
                </c:pt>
                <c:pt idx="19">
                  <c:v>0.09192706794247414</c:v>
                </c:pt>
                <c:pt idx="20">
                  <c:v>0.06236795377839927</c:v>
                </c:pt>
                <c:pt idx="21">
                  <c:v>0.046928398906736</c:v>
                </c:pt>
                <c:pt idx="22">
                  <c:v>0.03850081723166634</c:v>
                </c:pt>
                <c:pt idx="23">
                  <c:v>0.03369809968070464</c:v>
                </c:pt>
                <c:pt idx="24">
                  <c:v>0.03144085814594755</c:v>
                </c:pt>
                <c:pt idx="25">
                  <c:v>0.03148258283859044</c:v>
                </c:pt>
                <c:pt idx="26">
                  <c:v>0.03359061077340244</c:v>
                </c:pt>
                <c:pt idx="27">
                  <c:v>0.038542226342439326</c:v>
                </c:pt>
                <c:pt idx="28">
                  <c:v>0.04764055363143606</c:v>
                </c:pt>
                <c:pt idx="29">
                  <c:v>0.06470872276082545</c:v>
                </c:pt>
                <c:pt idx="30">
                  <c:v>0.09768557030919518</c:v>
                </c:pt>
                <c:pt idx="31">
                  <c:v>0.16967640596422848</c:v>
                </c:pt>
                <c:pt idx="32">
                  <c:v>0.3460720567410094</c:v>
                </c:pt>
                <c:pt idx="33">
                  <c:v>0.7261308856555284</c:v>
                </c:pt>
                <c:pt idx="34">
                  <c:v>0.7215694871441569</c:v>
                </c:pt>
                <c:pt idx="35">
                  <c:v>0.36794367439534925</c:v>
                </c:pt>
                <c:pt idx="36">
                  <c:v>0.19560877667044452</c:v>
                </c:pt>
                <c:pt idx="37">
                  <c:v>0.1215277482826157</c:v>
                </c:pt>
                <c:pt idx="38">
                  <c:v>0.08516218504055369</c:v>
                </c:pt>
                <c:pt idx="39">
                  <c:v>0.06568116833992256</c:v>
                </c:pt>
                <c:pt idx="40">
                  <c:v>0.05454747140106628</c:v>
                </c:pt>
                <c:pt idx="41">
                  <c:v>0.048454575529414685</c:v>
                </c:pt>
                <c:pt idx="42">
                  <c:v>0.04582187473697675</c:v>
                </c:pt>
                <c:pt idx="43">
                  <c:v>0.04598893293048975</c:v>
                </c:pt>
                <c:pt idx="44">
                  <c:v>0.049061899634206894</c:v>
                </c:pt>
                <c:pt idx="45">
                  <c:v>0.0561691325984867</c:v>
                </c:pt>
                <c:pt idx="46">
                  <c:v>0.06886767656072448</c:v>
                </c:pt>
                <c:pt idx="47">
                  <c:v>0.0916959697045315</c:v>
                </c:pt>
                <c:pt idx="48">
                  <c:v>0.1348165500023665</c:v>
                </c:pt>
                <c:pt idx="49">
                  <c:v>0.21614990482654733</c:v>
                </c:pt>
                <c:pt idx="50">
                  <c:v>0.37991095016080156</c:v>
                </c:pt>
                <c:pt idx="51">
                  <c:v>0.5967046924289567</c:v>
                </c:pt>
                <c:pt idx="52">
                  <c:v>0.5519200796673431</c:v>
                </c:pt>
                <c:pt idx="53">
                  <c:v>0.3482922751924493</c:v>
                </c:pt>
                <c:pt idx="54">
                  <c:v>0.2151660448905787</c:v>
                </c:pt>
                <c:pt idx="55">
                  <c:v>0.14343771464759553</c:v>
                </c:pt>
                <c:pt idx="56">
                  <c:v>0.10445175139974353</c:v>
                </c:pt>
                <c:pt idx="57">
                  <c:v>0.08214921936967311</c:v>
                </c:pt>
                <c:pt idx="58">
                  <c:v>0.06947065972636988</c:v>
                </c:pt>
                <c:pt idx="59">
                  <c:v>0.0623388775927847</c:v>
                </c:pt>
                <c:pt idx="60">
                  <c:v>0.05938081329876724</c:v>
                </c:pt>
                <c:pt idx="61">
                  <c:v>0.059843365789566214</c:v>
                </c:pt>
                <c:pt idx="62">
                  <c:v>0.0641627201045212</c:v>
                </c:pt>
                <c:pt idx="63">
                  <c:v>0.07293322044854653</c:v>
                </c:pt>
                <c:pt idx="64">
                  <c:v>0.08894376958305936</c:v>
                </c:pt>
                <c:pt idx="65">
                  <c:v>0.11613327129001685</c:v>
                </c:pt>
                <c:pt idx="66">
                  <c:v>0.16332798616880725</c:v>
                </c:pt>
                <c:pt idx="67">
                  <c:v>0.24734891605783446</c:v>
                </c:pt>
                <c:pt idx="68">
                  <c:v>0.377172194417475</c:v>
                </c:pt>
                <c:pt idx="69">
                  <c:v>0.4920545644224204</c:v>
                </c:pt>
                <c:pt idx="70">
                  <c:v>0.4540654849760811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Sheet1!$B$74</c:f>
              <c:strCache>
                <c:ptCount val="1"/>
                <c:pt idx="0">
                  <c:v>200 nm buffer, gap 3.65 µm</c:v>
                </c:pt>
              </c:strCache>
            </c:strRef>
          </c:tx>
          <c:spPr>
            <a:ln w="25400">
              <a:solidFill>
                <a:srgbClr val="1B9E77"/>
              </a:solidFill>
            </a:ln>
          </c:spPr>
          <c:marker>
            <c:symbol val="circle"/>
            <c:size val="4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Sheet1!$A$75:$A$145</c:f>
              <c:numCache>
                <c:formatCode>General</c:formatCode>
                <c:ptCount val="71"/>
                <c:pt idx="0">
                  <c:v>5.45</c:v>
                </c:pt>
                <c:pt idx="1">
                  <c:v>5.55</c:v>
                </c:pt>
                <c:pt idx="2">
                  <c:v>5.65</c:v>
                </c:pt>
                <c:pt idx="3">
                  <c:v>5.75</c:v>
                </c:pt>
                <c:pt idx="4">
                  <c:v>5.85</c:v>
                </c:pt>
                <c:pt idx="5">
                  <c:v>5.95</c:v>
                </c:pt>
                <c:pt idx="6">
                  <c:v>6.05</c:v>
                </c:pt>
                <c:pt idx="7">
                  <c:v>6.15</c:v>
                </c:pt>
                <c:pt idx="8">
                  <c:v>6.25</c:v>
                </c:pt>
                <c:pt idx="9">
                  <c:v>6.35</c:v>
                </c:pt>
                <c:pt idx="10">
                  <c:v>6.45</c:v>
                </c:pt>
                <c:pt idx="11">
                  <c:v>6.55</c:v>
                </c:pt>
                <c:pt idx="12">
                  <c:v>6.65</c:v>
                </c:pt>
                <c:pt idx="13">
                  <c:v>6.75</c:v>
                </c:pt>
                <c:pt idx="14">
                  <c:v>6.85</c:v>
                </c:pt>
                <c:pt idx="15">
                  <c:v>6.95</c:v>
                </c:pt>
                <c:pt idx="16">
                  <c:v>7.05</c:v>
                </c:pt>
                <c:pt idx="17">
                  <c:v>7.15</c:v>
                </c:pt>
                <c:pt idx="18">
                  <c:v>7.25</c:v>
                </c:pt>
                <c:pt idx="19">
                  <c:v>7.35</c:v>
                </c:pt>
                <c:pt idx="20">
                  <c:v>7.45</c:v>
                </c:pt>
                <c:pt idx="21">
                  <c:v>7.55</c:v>
                </c:pt>
                <c:pt idx="22">
                  <c:v>7.65</c:v>
                </c:pt>
                <c:pt idx="23">
                  <c:v>7.75</c:v>
                </c:pt>
                <c:pt idx="24">
                  <c:v>7.85</c:v>
                </c:pt>
                <c:pt idx="25">
                  <c:v>7.95</c:v>
                </c:pt>
                <c:pt idx="26">
                  <c:v>8.05</c:v>
                </c:pt>
                <c:pt idx="27">
                  <c:v>8.15</c:v>
                </c:pt>
                <c:pt idx="28">
                  <c:v>8.25</c:v>
                </c:pt>
                <c:pt idx="29">
                  <c:v>8.35</c:v>
                </c:pt>
                <c:pt idx="30">
                  <c:v>8.45</c:v>
                </c:pt>
                <c:pt idx="31">
                  <c:v>8.55</c:v>
                </c:pt>
                <c:pt idx="32">
                  <c:v>8.65</c:v>
                </c:pt>
                <c:pt idx="33">
                  <c:v>8.75</c:v>
                </c:pt>
                <c:pt idx="34">
                  <c:v>8.85</c:v>
                </c:pt>
                <c:pt idx="35">
                  <c:v>8.95</c:v>
                </c:pt>
                <c:pt idx="36">
                  <c:v>9.05</c:v>
                </c:pt>
                <c:pt idx="37">
                  <c:v>9.15</c:v>
                </c:pt>
                <c:pt idx="38">
                  <c:v>9.25</c:v>
                </c:pt>
                <c:pt idx="39">
                  <c:v>9.35</c:v>
                </c:pt>
                <c:pt idx="40">
                  <c:v>9.45</c:v>
                </c:pt>
                <c:pt idx="41">
                  <c:v>9.55</c:v>
                </c:pt>
                <c:pt idx="42">
                  <c:v>9.65</c:v>
                </c:pt>
                <c:pt idx="43">
                  <c:v>9.75</c:v>
                </c:pt>
                <c:pt idx="44">
                  <c:v>9.85</c:v>
                </c:pt>
                <c:pt idx="45">
                  <c:v>9.95</c:v>
                </c:pt>
                <c:pt idx="46">
                  <c:v>10.05</c:v>
                </c:pt>
                <c:pt idx="47">
                  <c:v>10.15</c:v>
                </c:pt>
                <c:pt idx="48">
                  <c:v>10.25</c:v>
                </c:pt>
                <c:pt idx="49">
                  <c:v>10.35</c:v>
                </c:pt>
                <c:pt idx="50">
                  <c:v>10.45</c:v>
                </c:pt>
                <c:pt idx="51">
                  <c:v>10.55</c:v>
                </c:pt>
                <c:pt idx="52">
                  <c:v>10.65</c:v>
                </c:pt>
                <c:pt idx="53">
                  <c:v>10.75</c:v>
                </c:pt>
                <c:pt idx="54">
                  <c:v>10.85</c:v>
                </c:pt>
                <c:pt idx="55">
                  <c:v>10.95</c:v>
                </c:pt>
                <c:pt idx="56">
                  <c:v>11.05</c:v>
                </c:pt>
                <c:pt idx="57">
                  <c:v>11.15</c:v>
                </c:pt>
                <c:pt idx="58">
                  <c:v>11.25</c:v>
                </c:pt>
                <c:pt idx="59">
                  <c:v>11.35</c:v>
                </c:pt>
                <c:pt idx="60">
                  <c:v>11.45</c:v>
                </c:pt>
                <c:pt idx="61">
                  <c:v>11.55</c:v>
                </c:pt>
                <c:pt idx="62">
                  <c:v>11.65</c:v>
                </c:pt>
                <c:pt idx="63">
                  <c:v>11.75</c:v>
                </c:pt>
                <c:pt idx="64">
                  <c:v>11.85</c:v>
                </c:pt>
                <c:pt idx="65">
                  <c:v>11.95</c:v>
                </c:pt>
                <c:pt idx="66">
                  <c:v>12.05</c:v>
                </c:pt>
                <c:pt idx="67">
                  <c:v>12.15</c:v>
                </c:pt>
                <c:pt idx="68">
                  <c:v>12.25</c:v>
                </c:pt>
                <c:pt idx="69">
                  <c:v>12.35</c:v>
                </c:pt>
                <c:pt idx="70">
                  <c:v>12.45</c:v>
                </c:pt>
              </c:numCache>
            </c:numRef>
          </c:xVal>
          <c:yVal>
            <c:numRef>
              <c:f>Sheet1!$B$75:$B$145</c:f>
              <c:numCache>
                <c:formatCode>General</c:formatCode>
                <c:ptCount val="71"/>
                <c:pt idx="0">
                  <c:v>0.012533401493706953</c:v>
                </c:pt>
                <c:pt idx="1">
                  <c:v>0.012549975242859003</c:v>
                </c:pt>
                <c:pt idx="2">
                  <c:v>0.012573592116541766</c:v>
                </c:pt>
                <c:pt idx="3">
                  <c:v>0.012584995804366299</c:v>
                </c:pt>
                <c:pt idx="4">
                  <c:v>0.01258920242879591</c:v>
                </c:pt>
                <c:pt idx="5">
                  <c:v>0.012591536492718764</c:v>
                </c:pt>
                <c:pt idx="6">
                  <c:v>0.012596368885707395</c:v>
                </c:pt>
                <c:pt idx="7">
                  <c:v>0.012605305582450805</c:v>
                </c:pt>
                <c:pt idx="8">
                  <c:v>0.01260596959393052</c:v>
                </c:pt>
                <c:pt idx="9">
                  <c:v>0.012609193173297601</c:v>
                </c:pt>
                <c:pt idx="10">
                  <c:v>0.012608830085399177</c:v>
                </c:pt>
                <c:pt idx="11">
                  <c:v>0.012614852842458352</c:v>
                </c:pt>
                <c:pt idx="12">
                  <c:v>0.012616201440342591</c:v>
                </c:pt>
                <c:pt idx="13">
                  <c:v>0.012618275684046935</c:v>
                </c:pt>
                <c:pt idx="14">
                  <c:v>0.012620525559773322</c:v>
                </c:pt>
                <c:pt idx="15">
                  <c:v>0.012608347793794519</c:v>
                </c:pt>
                <c:pt idx="16">
                  <c:v>0.012606825997410304</c:v>
                </c:pt>
                <c:pt idx="17">
                  <c:v>0.012609238962220628</c:v>
                </c:pt>
                <c:pt idx="18">
                  <c:v>0.012611990728408781</c:v>
                </c:pt>
                <c:pt idx="19">
                  <c:v>0.012612622200352213</c:v>
                </c:pt>
                <c:pt idx="20">
                  <c:v>0.012613287093751977</c:v>
                </c:pt>
                <c:pt idx="21">
                  <c:v>0.012612826327777106</c:v>
                </c:pt>
                <c:pt idx="22">
                  <c:v>0.012619055810941535</c:v>
                </c:pt>
                <c:pt idx="23">
                  <c:v>0.012623911887969854</c:v>
                </c:pt>
                <c:pt idx="24">
                  <c:v>0.012611875068806797</c:v>
                </c:pt>
                <c:pt idx="25">
                  <c:v>0.012614652117491465</c:v>
                </c:pt>
                <c:pt idx="26">
                  <c:v>0.012622309846586235</c:v>
                </c:pt>
                <c:pt idx="27">
                  <c:v>0.012621561159058358</c:v>
                </c:pt>
                <c:pt idx="28">
                  <c:v>0.012612858845635087</c:v>
                </c:pt>
                <c:pt idx="29">
                  <c:v>0.012612505838464436</c:v>
                </c:pt>
                <c:pt idx="30">
                  <c:v>0.01261294479487928</c:v>
                </c:pt>
                <c:pt idx="31">
                  <c:v>0.01262389266152046</c:v>
                </c:pt>
                <c:pt idx="32">
                  <c:v>0.0126238555345207</c:v>
                </c:pt>
                <c:pt idx="33">
                  <c:v>0.01260924757449251</c:v>
                </c:pt>
                <c:pt idx="34">
                  <c:v>0.012608460733785888</c:v>
                </c:pt>
                <c:pt idx="35">
                  <c:v>0.012611083393006048</c:v>
                </c:pt>
                <c:pt idx="36">
                  <c:v>0.012611554352727093</c:v>
                </c:pt>
                <c:pt idx="37">
                  <c:v>0.012610278922183199</c:v>
                </c:pt>
                <c:pt idx="38">
                  <c:v>0.01260992955451049</c:v>
                </c:pt>
                <c:pt idx="39">
                  <c:v>0.01261049305619125</c:v>
                </c:pt>
                <c:pt idx="40">
                  <c:v>0.012611563074886535</c:v>
                </c:pt>
                <c:pt idx="41">
                  <c:v>0.012612030667047424</c:v>
                </c:pt>
                <c:pt idx="42">
                  <c:v>0.012607153811989562</c:v>
                </c:pt>
                <c:pt idx="43">
                  <c:v>0.012605996243686008</c:v>
                </c:pt>
                <c:pt idx="44">
                  <c:v>0.012611218083743601</c:v>
                </c:pt>
                <c:pt idx="45">
                  <c:v>0.012611192296854437</c:v>
                </c:pt>
                <c:pt idx="46">
                  <c:v>0.012609709699470718</c:v>
                </c:pt>
                <c:pt idx="47">
                  <c:v>0.012609931064318463</c:v>
                </c:pt>
                <c:pt idx="48">
                  <c:v>0.012608948458021114</c:v>
                </c:pt>
                <c:pt idx="49">
                  <c:v>0.012609711837243007</c:v>
                </c:pt>
                <c:pt idx="50">
                  <c:v>0.01261135747831697</c:v>
                </c:pt>
                <c:pt idx="51">
                  <c:v>0.012609552513740858</c:v>
                </c:pt>
                <c:pt idx="52">
                  <c:v>0.012608115390466022</c:v>
                </c:pt>
                <c:pt idx="53">
                  <c:v>0.012610054443887114</c:v>
                </c:pt>
                <c:pt idx="54">
                  <c:v>0.012610585919438635</c:v>
                </c:pt>
                <c:pt idx="55">
                  <c:v>0.012610713958320578</c:v>
                </c:pt>
                <c:pt idx="56">
                  <c:v>0.012611026183559679</c:v>
                </c:pt>
                <c:pt idx="57">
                  <c:v>0.012611064106558195</c:v>
                </c:pt>
                <c:pt idx="58">
                  <c:v>0.012611642545840695</c:v>
                </c:pt>
                <c:pt idx="59">
                  <c:v>0.012612159721812944</c:v>
                </c:pt>
                <c:pt idx="60">
                  <c:v>0.012610147310083912</c:v>
                </c:pt>
                <c:pt idx="61">
                  <c:v>0.012610520120633304</c:v>
                </c:pt>
                <c:pt idx="62">
                  <c:v>0.01261191496248544</c:v>
                </c:pt>
                <c:pt idx="63">
                  <c:v>0.012609389118221093</c:v>
                </c:pt>
                <c:pt idx="64">
                  <c:v>0.012606159636517025</c:v>
                </c:pt>
                <c:pt idx="65">
                  <c:v>0.01261039007654997</c:v>
                </c:pt>
                <c:pt idx="66">
                  <c:v>0.012609926472885176</c:v>
                </c:pt>
                <c:pt idx="67">
                  <c:v>0.012612507626281291</c:v>
                </c:pt>
                <c:pt idx="68">
                  <c:v>0.012612490856857238</c:v>
                </c:pt>
                <c:pt idx="69">
                  <c:v>0.012609465083620845</c:v>
                </c:pt>
                <c:pt idx="70">
                  <c:v>0.012609680293614627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3.0"/>
          <c:min val="5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Slab width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1.1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1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4B894-4718-4C4D-B942-55BEF7CC3F9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ACFE-D1E4-4E9E-9D2A-07301B51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2A20-D9C5-BEC1-A331-516D50C9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5FB-8776-2600-FB0D-D37C26A9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4982-190C-6C07-7215-C2698E3A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267E-3FDA-B66E-4AD8-C6CE92D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8C8B-ACEA-A9A3-B4F0-BCD03B8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482B-292E-DBE7-F2D3-E10B4F5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1C4E-1EAF-9AB5-5CC4-FC701A97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CCB-9B55-2936-B303-10802E3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C055-00ED-86ED-9C00-23DE18E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0205-9236-F40A-0142-178DCCE8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1D0-DAB1-67E8-1B2F-73E26B7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E0F4-EFC3-E680-F6BE-0E77EFE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891C-D277-DFAA-497C-2B8823A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FF4E-20C2-F541-1DAB-613C759B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AB07-57B8-0995-EE56-BB900832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6F8-85E3-4B22-2629-A5CD88B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7E19-2A08-183A-315B-2C68CBD4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FEB9-11F8-683F-4BCD-D299C05A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671DF-0476-B756-5E54-A09AD8F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C4BB-5CDA-73D0-C1DA-C42A6DE9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ABC2-6DE1-3D69-6A5D-C3CA3F6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1152-8B57-3EF5-D4C6-0E6876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3013-0656-B7EA-B887-6A7B2A85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63B16-884B-1811-7BAE-21CA8A6B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55C07-A3DB-F6DA-0F4A-E9B970AC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23D-1F4E-936C-E584-1AAB09D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43326-229D-65B9-2C15-C2124F2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5B61B-ED00-86A7-6ACD-C43B67AC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9906-6F6F-6917-EF5E-B774E691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A1B-B2AF-E050-ECF5-ACC5B7AF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89E8-F0D6-0E88-9769-D89E629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829C5-1B60-2268-F333-5B76066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F9A2B-0D7A-2052-FFC8-8CBE90A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24D48-6995-0099-CD08-7A3FDDC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C935-6C37-2907-F27F-AE46F3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360F-90C3-AD14-2358-FDAA383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57D0-E028-0FEC-8108-C43C0003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2123-834D-B3B6-8655-4F727434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83FF-5EC4-3A43-0CAD-1E9C63C2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5EC1-48F3-74F5-A266-43E5E2B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FD67-83F7-52BD-E689-83B4411A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C7BE6-67AB-39DB-47FB-E7656313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4AD1-9B1D-6A0E-B035-2A091F8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67C1-026F-6542-5C48-B04F16F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3625-A727-A9FB-C543-6910AD68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E3EF-FE07-E44D-9BEE-561AE12B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578-8457-617E-26C8-83CBD42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6A0-6376-1E8B-ACC0-3E99A468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B6B-B40F-CD9E-5050-E8332EE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61BA-32AA-F138-FF9C-25344869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3F75-3492-7080-C63D-3983901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1E4EE-94A7-4D60-6219-FE9FAEE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FFF6-B663-682E-609B-32623E2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E4FA9-B5B0-671D-FF03-B5210A3B1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3531C-997D-F3F0-03A8-0A36E3B8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AC5E-DA02-76B9-65D8-7F538854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02A9-7AB1-C1FB-9260-FEB9B49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E534-F0BB-DE3C-8762-F36B2DE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9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211454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7BB2C-76DC-90AF-74E8-5CA2C51A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E614-5C6F-DC4C-07CD-F948CDE4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5F60-52FA-13B8-32F6-4BFCF5859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DF0-920C-8B79-6328-4F4CFFA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0653-7ED0-A2A9-6425-DC06C7BEE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3" Type="http://schemas.openxmlformats.org/officeDocument/2006/relationships/chart" Target="../charts/chart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1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Istanbul: cross-section and nominal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C-band tapeout, simulated at 1575 nm, gap 4.45 µm, slab 10.15 µm</a:t>
            </a:r>
          </a:p>
        </p:txBody>
      </p:sp>
      <p:pic>
        <p:nvPicPr>
          <p:cNvPr id="4" name="Picture 3" descr="x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949440" cy="167189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691640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Geometry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LN rib 1.0 µm top, 275 nm etch, 275 nm slab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SiO₂ cap 2.0 × 1.4 µm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Gold 2.0 µm, conformal: drops 275 nm past the slab end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Slab ends 2.85 µm inside the gold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53128"/>
            <a:ext cx="3108960" cy="6035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0392B"/>
                </a:solidFill>
                <a:latin typeface="Arial"/>
              </a:rPr>
              <a:t>0.092 dB/cm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01768"/>
            <a:ext cx="2926079" cy="41696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insertion loss at nominal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34340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4453128"/>
            <a:ext cx="3108960" cy="6035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2.42 V·cm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5001768"/>
            <a:ext cx="2926079" cy="41696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at nominal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863840" y="4206240"/>
          <a:ext cx="3840480" cy="1170432"/>
        </p:xfrm>
        <a:graphic>
          <a:graphicData uri="http://schemas.openxmlformats.org/drawingml/2006/table">
            <a:tbl>
              <a:tblPr firstRow="1" bandRow="1"/>
              <a:tblGrid>
                <a:gridCol w="2011680"/>
                <a:gridCol w="82296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Same cavity (2.85 µm)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IL (dB/cm)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Cordoba etched, flat gold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4.20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0.209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Cordoba etched, flat gold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4.45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0.092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Istanbul, stepped gold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4.45 µm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0.092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2960" y="566928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Low loss comes from the wider gap (field at the gold ≈ halved per +0.125 µm per side); the 275 nm gold step has no effect. Vπ·L pays +7 % vs Cordoba (2.27 V·cm).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Slab-width sweep: strong IL ripples, flat Vπ·L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Slab width from gap + 1 to gap + 8 µm, 100 nm step (71 points)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7498079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0" y="169164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801368"/>
            <a:ext cx="329184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1.8 µm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19" y="2322576"/>
            <a:ext cx="310896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ripple period in slab width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(0.9 µm cavity per side)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92608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3035808"/>
            <a:ext cx="329184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0392B"/>
                </a:solidFill>
                <a:latin typeface="Arial"/>
              </a:rPr>
              <a:t>0.05 → 0.6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9" y="3557016"/>
            <a:ext cx="310896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dB/cm within ±0.4 µm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of the nominal slab width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16052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270248"/>
            <a:ext cx="329184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±0.04 %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4791456"/>
            <a:ext cx="310896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variation over the sweep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(2.421 V·cm)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11155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Peaks 1.03 / 0.73 / 0.60 dB/cm, troughs 0.02–0.06 dB/cm: the nominal sits on the rising edge of a peak. Slab-edge offsets of a few hundred nm can explain the scattered loop IL measurements.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Wavelength: the ripple pattern shifts across the C band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No buffer, gap 4.45 µm; same slab-width sweep at 1525, 1575 and 1625 nm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7498079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21040" y="1737360"/>
          <a:ext cx="3383280" cy="1170432"/>
        </p:xfrm>
        <a:graphic>
          <a:graphicData uri="http://schemas.openxmlformats.org/drawingml/2006/table">
            <a:tbl>
              <a:tblPr firstRow="1" bandRow="1"/>
              <a:tblGrid>
                <a:gridCol w="822960"/>
                <a:gridCol w="1234440"/>
                <a:gridCol w="13258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λ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IL @ 10.15 µm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1525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0.262 dB/cm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on a peak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1575 nm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0.092 dB/cm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rising edge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1625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0.080 dB/cm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in a trough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21040" y="333756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What changes with λ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Peaks move to wider slabs: ≈ +0.35 µm per +50 nm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Period 1.70 / 1.77 / 1.90 µm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Peaks grow with λ (≈ 0.5 → 1.3 dB/cm at 9 µm)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Vπ·L: 2.32 / 2.42 / 2.53 V·cm, flat vs slab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1155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At the nominal slab, IL falls 3× from 1525 to 1625 nm, opposite to the normal gold-loss trend: a clear signature to look for in the measured C-band 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Istanbul + 200 nm buffer: gap recovers Vπ·L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Conformal buffer under all the gold; slab 10.15 µm, 1575 nm</a:t>
            </a:r>
          </a:p>
        </p:txBody>
      </p:sp>
      <p:pic>
        <p:nvPicPr>
          <p:cNvPr id="4" name="Picture 3" descr="xs_buf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852160" cy="1407911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675120" y="1600200"/>
          <a:ext cx="502920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7091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18888"/>
            <a:ext cx="260604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0392B"/>
                </a:solidFill>
                <a:latin typeface="Arial"/>
              </a:rPr>
              <a:t>+20 %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0096"/>
            <a:ext cx="242316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with buffer at 4.45 µm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(2.42 → 2.90 V·cm)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7091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4818888"/>
            <a:ext cx="260604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3.65 µm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340096"/>
            <a:ext cx="242316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gap that restores 2.42 V·cm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091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818888"/>
            <a:ext cx="260604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B9E77"/>
                </a:solidFill>
                <a:latin typeface="Arial"/>
              </a:rPr>
              <a:t>0.013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5340096"/>
            <a:ext cx="242316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dB/cm at 3.65 µm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7091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818888"/>
            <a:ext cx="260604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B9E77"/>
                </a:solidFill>
                <a:latin typeface="Arial"/>
              </a:rPr>
              <a:t>7×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40096"/>
            <a:ext cx="242316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lower IL than unbuffered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11556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Slope ≈ 0.6 V·cm per µm of gap; IL rises from 0.001 to 0.013 dB/cm as the gap closes.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With the buffer the ripples disappear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Slab-width sweep at 1575 nm, both designs at the same nominal Vπ·L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7498079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0" y="169164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801368"/>
            <a:ext cx="329184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B9E77"/>
                </a:solidFill>
                <a:latin typeface="Arial"/>
              </a:rPr>
              <a:t>0.0126 dB/cm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19" y="2322576"/>
            <a:ext cx="310896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buffered IL, ±0.4 % over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5.45–12.45 µm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92608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3035808"/>
            <a:ext cx="329184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0392B"/>
                </a:solidFill>
                <a:latin typeface="Arial"/>
              </a:rPr>
              <a:t>0.017 → 1.03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9" y="3557016"/>
            <a:ext cx="310896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unbuffered IL range (dB/cm)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16052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270248"/>
            <a:ext cx="329184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2.424 V·cm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4791456"/>
            <a:ext cx="310896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buffered Vπ·L, flat above 7 µm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11155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The buffer removes the gold contact at the slab end: no cavity, no ripples, IL independent of slab-width errors, at equal Vπ·L.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1568</Words>
  <Application>Microsoft Office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44</cp:revision>
  <dcterms:created xsi:type="dcterms:W3CDTF">2025-12-01T09:32:09Z</dcterms:created>
  <dcterms:modified xsi:type="dcterms:W3CDTF">2026-10-01T11:55:02Z</dcterms:modified>
</cp:coreProperties>
</file>