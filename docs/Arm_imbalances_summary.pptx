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CC36F-2A63-4F1A-A353-45229F9441A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462E5-9762-40A4-80E8-4F238B7A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3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48CF-5D94-277B-4917-A50E19718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B7E60-9F66-1883-45F0-77BB1D07B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7522-275D-1405-A7AE-667FFC51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A4E0-3AF4-785D-B839-2214FB64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961D-2F71-1EBE-9298-336DF08B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6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F54A-A149-F283-E5EA-F7BD2906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45B2-B66D-0F60-49F8-3D01C75E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CF4C4-C4E8-0F2B-8305-E63F462E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418B-3B38-0745-961E-85AF718C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F101-F462-8A72-F015-A1C84179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7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1D38-BB99-CBCC-0265-E2D9A920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88D70-7C38-3390-A780-128242A11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99F3D-2223-1A96-DA2B-5AEFE7D9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64CF-C831-874F-9928-A447F31F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67603-82BC-FE5F-F825-84DDF4A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5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8D5F-8F0B-ACC7-8337-2A1C1526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4044-977A-C190-8DA2-822D701ED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6CE2E-3749-07D5-2197-401CA51D6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1F53E-4660-9532-88FE-7908FE6B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2D36A-9311-4E5A-6F39-8CB61AB4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503B4-8197-133A-FA36-3344E3F3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0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A873-F4AC-8E49-8F7E-B9E8F1BA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863D4-05B6-9AE8-5727-1D2C37CB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F5FAA-6EBE-7944-5EA3-802091A1F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806D-1FB3-CD54-CF67-57B401CCF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DF826-1F8C-A403-CAC9-B8A0F6769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C510B-763D-1C12-C7EB-7AD5B28E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9C543-285B-F707-8CB7-E0104F8CF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87C71-DDA4-BFF2-0F51-DF26131B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2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B840-EA07-22E2-A22C-6A612038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16E4A-72FE-5D84-0374-90AB4556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E8357-F4B7-3331-2EE0-E193FBE8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18554-50D0-DA83-C4F4-02C41DD6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4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500F2-9716-A1A8-4434-8C490850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1DBF5-196B-8AAD-41E9-4D02118C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AE642-89F5-CC7E-8990-F8091CB2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8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C01E-83E8-B257-6ABD-B736ADD1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490AE-893A-0498-EDE1-77F95B83B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ED0CB-EBAB-00CF-187B-BF916FD7D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4D795-9810-7D10-4D49-E50A3699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8A76-FED7-34A2-6983-5E894F7D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50DD2-164F-F716-7519-5BE819D4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7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63CD-C176-381B-119D-053C8174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356E7-43B4-F3BF-C480-7ED1E14D6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331D0-5652-5C57-C7DC-7C0F1CF48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17AD-514C-271A-1750-29C99B93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AEC50-6A35-B567-A187-05BCDCAD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574F-382B-1B34-4B85-64B0EA2A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5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51BB-BD45-B536-9FE9-BC1CF3D0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C92E1-EA83-B021-BD95-9356FDF2C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FAF5F-2CC1-F4F3-6A42-740EA5EA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6618-FB36-8157-9D99-D5CD7C63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A9AAD-0F5F-B0D7-1934-85BC3F5E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1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7568-B49F-966C-DA93-622004AC1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C9395-59C8-F7B3-AC4C-46A4249A9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36246-5E71-7241-C520-CC3587A2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16AF4-AB52-5650-0ECF-DB34251D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5F979-A3BC-61BF-5DAE-99FB5FFC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5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749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28560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B5CBE-16B3-E38A-B202-DD6A9A61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B50FB-DD96-88A4-B12A-5356FDB5D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A9B6-518F-CF03-4199-4F2D32183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8336F-6941-638B-CC70-DD5FDD180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47DF-32E2-7EEB-3071-DBCF205D4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9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1.png"/><Relationship Id="rId7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11.png"/><Relationship Id="rId7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48840"/>
            <a:ext cx="12188952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1A1A1A"/>
                </a:solidFill>
                <a:latin typeface="Arial"/>
              </a:rPr>
              <a:t>Arm imbalances in the TW-MZM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8895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5A606E"/>
                </a:solidFill>
                <a:latin typeface="Arial"/>
              </a:rPr>
              <a:t>Where they come from, what they do to EO bandwidth and eye, and how INTERCONNECT represents them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The model: a familiar MZM, block by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Same blocks, same names: the simple picture (left) is what INTERCONNECT simulates (right)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zm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7196"/>
            <a:ext cx="4937760" cy="23292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463040"/>
            <a:ext cx="5943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hemati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974323"/>
            <a:ext cx="5760720" cy="3137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43484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Arial"/>
              </a:rPr>
              <a:t>CWL_1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 laser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43484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Arial"/>
              </a:rPr>
              <a:t>SPLT_1 / SPLT_2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 Y splitter / combiner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Arial"/>
              </a:rPr>
              <a:t>TW_1, TW_2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 travelling-wave electrode, one per 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4800600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Arial"/>
              </a:rPr>
              <a:t>OM_1, OM_2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 phase modulator, one per 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66359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Arial"/>
              </a:rPr>
              <a:t>PHS_1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 bias phase (quadrature)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5166359"/>
            <a:ext cx="2468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Arial"/>
              </a:rPr>
              <a:t>PIN_1</a:t>
            </a:r>
            <a:r>
              <a:rPr sz="1050" b="0" i="0">
                <a:solidFill>
                  <a:srgbClr val="1A1A1A"/>
                </a:solidFill>
                <a:latin typeface="Arial"/>
              </a:rPr>
              <a:t>  photodetector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06440"/>
            <a:ext cx="11292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A606E"/>
                </a:solidFill>
                <a:latin typeface="Arial"/>
              </a:rPr>
              <a:t>Reference device for every number: measured line 6NK0020 scaled to 16.5 mm · n</a:t>
            </a:r>
            <a:r>
              <a:rPr sz="1100" b="0" i="1" baseline="-25000">
                <a:solidFill>
                  <a:srgbClr val="5A606E"/>
                </a:solidFill>
                <a:latin typeface="Arial"/>
              </a:rPr>
              <a:t>g</a:t>
            </a:r>
            <a:r>
              <a:rPr sz="1100" b="0" i="1">
                <a:solidFill>
                  <a:srgbClr val="5A606E"/>
                </a:solidFill>
                <a:latin typeface="Arial"/>
              </a:rPr>
              <a:t> = 2.27 · V</a:t>
            </a:r>
            <a:r>
              <a:rPr sz="1100" b="0" i="1" baseline="-25000">
                <a:solidFill>
                  <a:srgbClr val="5A606E"/>
                </a:solidFill>
                <a:latin typeface="Arial"/>
              </a:rPr>
              <a:t>π</a:t>
            </a:r>
            <a:r>
              <a:rPr sz="1100" b="0" i="1">
                <a:solidFill>
                  <a:srgbClr val="5A606E"/>
                </a:solidFill>
                <a:latin typeface="Arial"/>
              </a:rPr>
              <a:t> = 4 V per arm · 100 Gb/s NRZ, 2 Vpp · balanced EO BW = 58.8 GHz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Why only one imbalance can move the EO bandwidth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Each arm = an electrode filter H(f) × a constant weight. Weights change the volume, not the tone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9319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cept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4796"/>
            <a:ext cx="3749039" cy="2528326"/>
          </a:xfrm>
          <a:prstGeom prst="rect">
            <a:avLst/>
          </a:prstGeom>
        </p:spPr>
      </p:pic>
      <p:pic>
        <p:nvPicPr>
          <p:cNvPr id="6" name="Picture 5" descr="concept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42692"/>
            <a:ext cx="7178040" cy="23325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98348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52120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268"/>
                </a:solidFill>
                <a:latin typeface="Arial"/>
              </a:rPr>
              <a:t>Weights: loss, split, bias, V</a:t>
            </a:r>
            <a:r>
              <a:rPr sz="1400" b="1" i="0" baseline="-25000">
                <a:solidFill>
                  <a:srgbClr val="0E2268"/>
                </a:solidFill>
                <a:latin typeface="Arial"/>
              </a:rPr>
              <a:t>π</a:t>
            </a:r>
            <a:r>
              <a:rPr sz="1400" b="1" i="0">
                <a:solidFill>
                  <a:srgbClr val="0E2268"/>
                </a:solidFill>
                <a:latin typeface="Arial"/>
              </a:rPr>
              <a:t>, Y-loss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Act the same way on a slow bit and a fast bit → the whole curve shifts down, the normalised shape is identical → BW unchanged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98348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5074920"/>
            <a:ext cx="52120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20013"/>
                </a:solidFill>
                <a:latin typeface="Arial"/>
              </a:rPr>
              <a:t>Filter: group index n</a:t>
            </a:r>
            <a:r>
              <a:rPr sz="1400" b="1" i="0" baseline="-25000">
                <a:solidFill>
                  <a:srgbClr val="F20013"/>
                </a:solidFill>
                <a:latin typeface="Arial"/>
              </a:rPr>
              <a:t>g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Sets how long light and RF stay in step. Different n</a:t>
            </a:r>
            <a:r>
              <a:rPr sz="1250" b="0" i="0" baseline="-25000">
                <a:solidFill>
                  <a:srgbClr val="1A1A1A"/>
                </a:solidFill>
                <a:latin typeface="Arial"/>
              </a:rPr>
              <a:t>g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per arm → the two filters differ → the sum changes shape → BW moves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1   Arm loss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One arm loses more light: the '0' no longer goes dark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rough sidewall, particle or local defect in one 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38123"/>
            <a:ext cx="4297680" cy="20272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ATT_1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Optical Attenuator, arm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attenuation = ΔL (dB)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realistic: 0 – 0.3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</a:t>
            </a:r>
          </a:p>
        </p:txBody>
      </p:sp>
      <p:pic>
        <p:nvPicPr>
          <p:cNvPr id="16" name="Picture 15" descr="why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51781"/>
            <a:ext cx="3017520" cy="1600556"/>
          </a:xfrm>
          <a:prstGeom prst="rect">
            <a:avLst/>
          </a:prstGeom>
        </p:spPr>
      </p:pic>
      <p:pic>
        <p:nvPicPr>
          <p:cNvPr id="17" name="Picture 16" descr="eo_l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los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053" y="3840480"/>
            <a:ext cx="2277373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852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unchanged — light is dimmed by the same fraction at every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053328"/>
            <a:ext cx="5394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fields no longer cancel at '0' → floor lifts, ER 14.6 → 12.0 dB at 3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2   Splitter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Light shared unequally between the arms: same signature as loss, but no light is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Y-junction asymmetry: tip offset, unequal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38123"/>
            <a:ext cx="4297680" cy="20272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SPLT_1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Waveguide Y Branch,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coupling coefficient = 0.5 − 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realistic: 50.5:49.5 – 52:48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</a:t>
            </a:r>
          </a:p>
        </p:txBody>
      </p:sp>
      <p:pic>
        <p:nvPicPr>
          <p:cNvPr id="16" name="Picture 15" descr="why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51781"/>
            <a:ext cx="3017520" cy="1600556"/>
          </a:xfrm>
          <a:prstGeom prst="rect">
            <a:avLst/>
          </a:prstGeom>
        </p:spPr>
      </p:pic>
      <p:pic>
        <p:nvPicPr>
          <p:cNvPr id="17" name="Picture 16" descr="eo_spl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split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2096" y="3840480"/>
            <a:ext cx="2281286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852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unchanged — a constant amplitude ratio, frequency-flat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053328"/>
            <a:ext cx="5394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residual field at '0' → ER 14.6 → 8.4 dB at 80:20; mean power unchanged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3   Static phase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The interferometer is biased away from quadrature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optical path difference between the arms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38123"/>
            <a:ext cx="4297680" cy="20272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PHS_1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Optical Phase Shift (bias)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phase shift = 90° + 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any value: nulled by the bias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</a:t>
            </a:r>
          </a:p>
        </p:txBody>
      </p:sp>
      <p:pic>
        <p:nvPicPr>
          <p:cNvPr id="16" name="Picture 15" descr="why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34" y="4069080"/>
            <a:ext cx="2649611" cy="1965960"/>
          </a:xfrm>
          <a:prstGeom prst="rect">
            <a:avLst/>
          </a:prstGeom>
        </p:spPr>
      </p:pic>
      <p:pic>
        <p:nvPicPr>
          <p:cNvPr id="17" name="Picture 16" descr="eo_ph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ph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2096" y="3840480"/>
            <a:ext cx="2281286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852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unchanged — the bias only scales the slope (a weight)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053328"/>
            <a:ext cx="5394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levels sit asymmetrically on the cosine → crossing 50 → 24 % at 30°, eye closes near 60°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4   V</a:t>
            </a:r>
            <a:r>
              <a:rPr sz="280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2800" b="0" i="0">
                <a:solidFill>
                  <a:srgbClr val="1A1A1A"/>
                </a:solidFill>
                <a:latin typeface="Arial"/>
              </a:rPr>
              <a:t>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One arm is modulated less efficiently: fixable by re-setting the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v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different gap or overlap per 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v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38123"/>
            <a:ext cx="4297680" cy="20272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OM_2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Optical Modulator, arm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phase coefficient × 1/(1+d)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realistic: d = 0.5 – 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</a:t>
            </a:r>
          </a:p>
        </p:txBody>
      </p:sp>
      <p:pic>
        <p:nvPicPr>
          <p:cNvPr id="16" name="Picture 15" descr="why_v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34" y="4069080"/>
            <a:ext cx="2649611" cy="1965960"/>
          </a:xfrm>
          <a:prstGeom prst="rect">
            <a:avLst/>
          </a:prstGeom>
        </p:spPr>
      </p:pic>
      <p:pic>
        <p:nvPicPr>
          <p:cNvPr id="17" name="Picture 16" descr="eo_v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vpi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vpi50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053" y="3840480"/>
            <a:ext cx="2277373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852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unchanged — both arms keep the same filter, only the weights differ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053328"/>
            <a:ext cx="5394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2 Vpp falls short of max→min: ER 11.1 dB; drive re-set to 2.4 Vpp → 14.6 dB (= balanced)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5   Group-index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The only imbalance that reshapes the frequency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different rib cross-section per 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38123"/>
            <a:ext cx="4297680" cy="20272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TW_1, TW_2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Traveling Wave Electrode ×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optical index = n</a:t>
            </a:r>
            <a:r>
              <a:rPr sz="1300" b="1" i="0" baseline="-25000">
                <a:solidFill>
                  <a:srgbClr val="1A1A1A"/>
                </a:solidFill>
                <a:latin typeface="Arial"/>
              </a:rPr>
              <a:t>g</a:t>
            </a:r>
            <a:r>
              <a:rPr sz="1300" b="1" i="0">
                <a:solidFill>
                  <a:srgbClr val="1A1A1A"/>
                </a:solidFill>
                <a:latin typeface="Arial"/>
              </a:rPr>
              <a:t>(1 ± dn/2)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realistic: dn &lt;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</a:t>
            </a:r>
          </a:p>
        </p:txBody>
      </p:sp>
      <p:pic>
        <p:nvPicPr>
          <p:cNvPr id="16" name="Picture 15" descr="why_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80" y="4069080"/>
            <a:ext cx="2723519" cy="1965960"/>
          </a:xfrm>
          <a:prstGeom prst="rect">
            <a:avLst/>
          </a:prstGeom>
        </p:spPr>
      </p:pic>
      <p:pic>
        <p:nvPicPr>
          <p:cNvPr id="17" name="Picture 16" descr="eo_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ng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053" y="3840480"/>
            <a:ext cx="2277373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852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−0.03 GHz at dn = 0.001, −2.4 GHz at 0.01: grows as dn²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053328"/>
            <a:ext cx="5394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slightly more ISI: ER 14.6 → 14.1 dB even at dn = 0.02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6   Y-branch excess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Common-mode: both arms lose the same fraction (not an imbalance)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y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65" y="1645920"/>
            <a:ext cx="3274708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light scattered at the junctions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y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38123"/>
            <a:ext cx="4297680" cy="20272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SPLT_1, SPLT_2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Waveguide Y Branch ×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insertion loss = IL (dB)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realistic: 0.1 – 0.3 dB /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</a:t>
            </a:r>
          </a:p>
        </p:txBody>
      </p:sp>
      <p:pic>
        <p:nvPicPr>
          <p:cNvPr id="16" name="Picture 15" descr="why_y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34" y="4069080"/>
            <a:ext cx="2649611" cy="1965960"/>
          </a:xfrm>
          <a:prstGeom prst="rect">
            <a:avLst/>
          </a:prstGeom>
        </p:spPr>
      </p:pic>
      <p:pic>
        <p:nvPicPr>
          <p:cNvPr id="17" name="Picture 16" descr="eo_yl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y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053" y="3840480"/>
            <a:ext cx="2277373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852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unchanged — same fraction lost at every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053328"/>
            <a:ext cx="5394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whole eye scaled × 10</a:t>
            </a:r>
            <a:r>
              <a:rPr sz="1200" b="0" i="0" baseline="30000">
                <a:solidFill>
                  <a:srgbClr val="1A1A1A"/>
                </a:solidFill>
                <a:latin typeface="Arial"/>
              </a:rPr>
              <a:t>−2IL/10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ER stays 14.6 dB; only the received power (and the noise-limited Q) drops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From process errors to 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Each process error is one row: compute its components once, enter each in its own block → no double counting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7863837" cy="3657600"/>
        </p:xfrm>
        <a:graphic>
          <a:graphicData uri="http://schemas.openxmlformats.org/drawingml/2006/table">
            <a:tbl>
              <a:tblPr firstRow="0" bandRow="0"/>
              <a:tblGrid>
                <a:gridCol w="2836139"/>
                <a:gridCol w="816464"/>
                <a:gridCol w="730520"/>
                <a:gridCol w="988351"/>
                <a:gridCol w="1074295"/>
                <a:gridCol w="687548"/>
                <a:gridCol w="730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Process error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Arm loss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Static phase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  <a:r>
                        <a:rPr sz="11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π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  <a:r>
                        <a:rPr sz="11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Y-loss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Waveguide ↔ electrode mask shift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≈ 0 (symmetric)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Electrode gap error, one side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Rib width / etch depth error, one arm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tiny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Y-junction asymmetry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Sidewall roughness / defect, one arm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Temperature / stress gradient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Blunt junction tips (both)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49640" y="1463040"/>
            <a:ext cx="32004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515512"/>
            <a:ext cx="3108959" cy="24096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4114800"/>
            <a:ext cx="3200400" cy="19202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187952"/>
            <a:ext cx="297180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Why a mask shift gives no V</a:t>
            </a:r>
            <a:r>
              <a:rPr sz="1250" b="1" i="0" baseline="-25000">
                <a:solidFill>
                  <a:srgbClr val="0E2268"/>
                </a:solidFill>
                <a:latin typeface="Arial"/>
              </a:rPr>
              <a:t>π</a:t>
            </a:r>
            <a:r>
              <a:rPr sz="1250" b="1" i="0">
                <a:solidFill>
                  <a:srgbClr val="0E2268"/>
                </a:solidFill>
                <a:latin typeface="Arial"/>
              </a:rPr>
              <a:t> imbalance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field in each gap is symmetric about its centre. Both waveguides move off-centre by the same distance, one toward S and one away from it, so both see the same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78638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No redundancy: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the six columns are six different physical quantities (amplitude, split, phase, efficiency, delay, common loss). One error can feed several columns, but each column receives each error only once.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Real example: asymmetric over-etch + gap error + splitter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Realistic process errors: a large static phase (handled by the bias loop), everything else is small</a:t>
            </a:r>
          </a:p>
        </p:txBody>
      </p:sp>
      <p:pic>
        <p:nvPicPr>
          <p:cNvPr id="4" name="Picture 3" descr="example_x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5729"/>
            <a:ext cx="3566160" cy="209774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0" y="1463040"/>
          <a:ext cx="7543798" cy="2103120"/>
        </p:xfrm>
        <a:graphic>
          <a:graphicData uri="http://schemas.openxmlformats.org/drawingml/2006/table">
            <a:tbl>
              <a:tblPr firstRow="0" bandRow="0"/>
              <a:tblGrid>
                <a:gridCol w="2710347"/>
                <a:gridCol w="1174483"/>
                <a:gridCol w="903449"/>
                <a:gridCol w="1038966"/>
                <a:gridCol w="903449"/>
                <a:gridCol w="813104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Process error (arm 2)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Static phase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  <a:r>
                        <a:rPr sz="11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π</a:t>
                      </a: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  d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  <a:r>
                        <a:rPr sz="11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g</a:t>
                      </a: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  dn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Arm loss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Rib 20 nm narrower, 10 nm deeper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270 rad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0.57 %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5.2·10</a:t>
                      </a:r>
                      <a:r>
                        <a:rPr sz="11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−4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0.036 dB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Electrode gap +0.1 µm (of 4.15)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2.46 %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Y-junction 52 : 48 (typical)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ε = 0.02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Total entered in the model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bias loop → 0°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3.03 %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5.2·10</a:t>
                      </a:r>
                      <a:r>
                        <a:rPr sz="11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−4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0.036 dB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ε = 0.02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06240" y="3657600"/>
            <a:ext cx="7543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20013"/>
                </a:solidFill>
                <a:latin typeface="Arial"/>
              </a:rPr>
              <a:t>270 rad = 43 × 2π: the arms' optical paths differ by tens of wavelengths, so the bias point is arbitrary from die to die → a bias loop is mandatory</a:t>
            </a:r>
          </a:p>
        </p:txBody>
      </p:sp>
      <p:pic>
        <p:nvPicPr>
          <p:cNvPr id="7" name="Picture 6" descr="eye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28" y="3794760"/>
            <a:ext cx="2897303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00600" y="434340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4407408"/>
            <a:ext cx="21945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E2268"/>
                </a:solidFill>
                <a:latin typeface="Arial"/>
              </a:rPr>
              <a:t>-0.38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512064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eye 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434340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407408"/>
            <a:ext cx="21945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E2268"/>
                </a:solidFill>
                <a:latin typeface="Arial"/>
              </a:rPr>
              <a:t>-0.01 GHz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512064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EO bandwidth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434340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4407408"/>
            <a:ext cx="21945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E2268"/>
                </a:solidFill>
                <a:latin typeface="Arial"/>
              </a:rPr>
              <a:t>-1.9 %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512064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eye height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76072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5A606E"/>
                </a:solidFill>
                <a:latin typeface="Arial"/>
              </a:rPr>
              <a:t>Mode solver: semi-vectorial FD, 550 nm film, 275 nm etch, 1 µm rib (n</a:t>
            </a:r>
            <a:r>
              <a:rPr sz="950" b="0" i="1" baseline="-25000">
                <a:solidFill>
                  <a:srgbClr val="5A606E"/>
                </a:solidFill>
                <a:latin typeface="Arial"/>
              </a:rPr>
              <a:t>g</a:t>
            </a:r>
            <a:r>
              <a:rPr sz="950" b="0" i="1">
                <a:solidFill>
                  <a:srgbClr val="5A606E"/>
                </a:solidFill>
                <a:latin typeface="Arial"/>
              </a:rPr>
              <a:t> = 2.26 vs 2.27 measured). RF field: thin-electrode conformal map. Arm loss assumes 0.3 dB/cm, all from sidewall scattering.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92838" cy="3328416"/>
        </p:xfrm>
        <a:graphic>
          <a:graphicData uri="http://schemas.openxmlformats.org/drawingml/2006/table">
            <a:tbl>
              <a:tblPr firstRow="0" bandRow="0"/>
              <a:tblGrid>
                <a:gridCol w="1865773"/>
                <a:gridCol w="1472979"/>
                <a:gridCol w="1963972"/>
                <a:gridCol w="3142355"/>
                <a:gridCol w="284775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Imbalance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EO bandwidth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Eye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Physical reason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INTERCONNECT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1  Arm loss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ER ↓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'0' not dark: unequal fields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ATT_1 attenuation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2  Splitter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ER ↓, power kept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'0' not dark: unequal fields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SPLT_1 coupling coeff.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3  Static phase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leans, closes ~60°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off quadrature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PHS_1 phase shift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4  V</a:t>
                      </a:r>
                      <a:r>
                        <a:rPr sz="1250" b="1" i="0" baseline="-25000">
                          <a:solidFill>
                            <a:srgbClr val="1A1A1A"/>
                          </a:solidFill>
                          <a:latin typeface="Arial"/>
                        </a:rPr>
                        <a:t>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ER ↓ at fixed drive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swing &lt; max→min; re-set drive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OM_2 phase coefficient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5  Group index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F20013"/>
                          </a:solidFill>
                          <a:latin typeface="Arial"/>
                        </a:rPr>
                        <a:t>● ↓ ∝ dn²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slight ISI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arms filter differently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TW_1 / TW_2 optical index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6  Y-branch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scaled, ER kept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common-mode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SPLT_1, SPLT_2 insertion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846320"/>
            <a:ext cx="1129284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Take-away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Only the group index can move the EO bandwidth, and realistic values do not. Process asymmetries show up mainly as a static phase (bias loop) and as small ER penalties (splitter, V</a:t>
            </a:r>
            <a:r>
              <a:rPr sz="135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). All six are single, independent knobs in the GUI and in INTERCONNECT.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466</Words>
  <Application>Microsoft Office PowerPoint</Application>
  <PresentationFormat>Widescreen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微软雅黑</vt:lpstr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29</cp:revision>
  <dcterms:created xsi:type="dcterms:W3CDTF">2025-12-17T10:39:38Z</dcterms:created>
  <dcterms:modified xsi:type="dcterms:W3CDTF">2026-09-28T09:09:54Z</dcterms:modified>
</cp:coreProperties>
</file>