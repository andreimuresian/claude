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CC36F-2A63-4F1A-A353-45229F9441A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462E5-9762-40A4-80E8-4F238B7A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8CF-5D94-277B-4917-A50E1971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7E60-9F66-1883-45F0-77BB1D07B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7522-275D-1405-A7AE-667FFC5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4E0-3AF4-785D-B839-2214FB6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961D-2F71-1EBE-9298-336DF08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F54A-A149-F283-E5EA-F7BD2906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45B2-B66D-0F60-49F8-3D01C75E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4C4-C4E8-0F2B-8305-E63F462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418B-3B38-0745-961E-85AF718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F101-F462-8A72-F015-A1C84179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D38-BB99-CBCC-0265-E2D9A920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8D70-7C38-3390-A780-128242A1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F3D-2223-1A96-DA2B-5AEFE7D9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64CF-C831-874F-9928-A447F31F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603-82BC-FE5F-F825-84DDF4A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D5F-8F0B-ACC7-8337-2A1C152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4044-977A-C190-8DA2-822D701E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CE2E-3749-07D5-2197-401CA51D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53E-4660-9532-88FE-7908FE6B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D36A-9311-4E5A-6F39-8CB61AB4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503B4-8197-133A-FA36-3344E3F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A873-F4AC-8E49-8F7E-B9E8F1BA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63D4-05B6-9AE8-5727-1D2C37CB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5FAA-6EBE-7944-5EA3-802091A1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806D-1FB3-CD54-CF67-57B401CC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DF826-1F8C-A403-CAC9-B8A0F676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C510B-763D-1C12-C7EB-7AD5B28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C543-285B-F707-8CB7-E0104F8C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7C71-DDA4-BFF2-0F51-DF26131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B840-EA07-22E2-A22C-6A61203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16E4A-72FE-5D84-0374-90AB4556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E8357-F4B7-3331-2EE0-E193FBE8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8554-50D0-DA83-C4F4-02C41DD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00F2-9716-A1A8-4434-8C490850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1DBF5-196B-8AAD-41E9-4D02118C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AE642-89F5-CC7E-8990-F8091CB2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C01E-83E8-B257-6ABD-B736ADD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90AE-893A-0498-EDE1-77F95B83B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0CB-EBAB-00CF-187B-BF916FD7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795-9810-7D10-4D49-E50A3699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8A76-FED7-34A2-6983-5E894F7D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0DD2-164F-F716-7519-5BE819D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63CD-C176-381B-119D-053C817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56E7-43B4-F3BF-C480-7ED1E14D6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31D0-5652-5C57-C7DC-7C0F1CF4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17AD-514C-271A-1750-29C99B9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EC50-6A35-B567-A187-05BCDCA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574F-382B-1B34-4B85-64B0EA2A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1BB-BD45-B536-9FE9-BC1CF3D0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C92E1-EA83-B021-BD95-9356FDF2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AF5F-2CC1-F4F3-6A42-740EA5EA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618-FB36-8157-9D99-D5CD7C63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9AAD-0F5F-B0D7-1934-85BC3F5E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7568-B49F-966C-DA93-622004AC1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C9395-59C8-F7B3-AC4C-46A4249A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6246-5E71-7241-C520-CC3587A2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6AF4-AB52-5650-0ECF-DB34251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F979-A3BC-61BF-5DAE-99FB5FF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74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28560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B5CBE-16B3-E38A-B202-DD6A9A61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50FB-DD96-88A4-B12A-5356FDB5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9B6-518F-CF03-4199-4F2D32183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336F-6941-638B-CC70-DD5FDD180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47DF-32E2-7EEB-3071-DBCF205D4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03120"/>
            <a:ext cx="12188952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1A1A1A"/>
                </a:solidFill>
                <a:latin typeface="Arial"/>
              </a:rPr>
              <a:t>CST straight line: port artefact and line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37560"/>
            <a:ext cx="1218895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5A606E"/>
                </a:solidFill>
                <a:latin typeface="Arial"/>
              </a:rPr>
              <a:t>Cascading, de-embedding with three lengths, a model of the port region, and what it means for INTERCONNECT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Why, and what was simulated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Goal: line data we can cascade in INTERCONNECT, then EO response, then crosstalk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0350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5098"/>
            <a:ext cx="5943600" cy="191044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463040"/>
          <a:ext cx="5029200" cy="214884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393192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uniform CPW, S 35 µm, gap 4.15 µm, ground 49.85 µm, Au 2 µm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Lengths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0.5, 1 and 5 mm, same ports and settings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Export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2-port Touchstone, 50 Ω reference, 0–60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Wanted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α(f), n_m(f), Zc(f): any length follows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977639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041648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1  Cascade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five 1 mm runs vs one 5 mm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977639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4041648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2  De-embed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pairs of lengths → port-free γ, Zc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77639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4041648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3  Port model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what the CST port adds to every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977639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4041648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A606E"/>
                </a:solidFill>
                <a:latin typeface="Arial"/>
              </a:rPr>
              <a:t>4  Next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EO cascade, then coupled lines (crosstalk)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928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Key quantities.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ABCD (chain) matrix of each run: relates V, I at input to V, I at output, independent of the 50 Ω reference. A uniform line: A = D = cosh γℓ, B = Zc sinh γℓ, C = sinh γℓ / Zc. Cascading = multiplying ABCD matrices.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Cascading identical lines adds no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50 Ω reference is bookkeeping: it appears only at the two outer 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722376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cade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40" y="1463040"/>
            <a:ext cx="7116678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840480" cy="1874519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90472"/>
            <a:ext cx="3566160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Proof on an ideal line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Analytic line, Zc = 37 − 1j Ω: 1 mm⁵ vs 5 mm in 50 Ω → max |ΔS| = 2e-15.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ABCD joins V and I continuously: Zc meets Zc, nothing reflects.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3429000"/>
            <a:ext cx="3840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508" y="3474720"/>
            <a:ext cx="2994582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806440"/>
            <a:ext cx="11292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Renormalising to Zc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changes only the outer references, identically for both: max |S21| gap 0.61 dB (50 Ω) vs 0.59 dB (Zc). What is counted five times is the </a:t>
            </a:r>
            <a:r>
              <a:rPr sz="1200" b="1" i="0">
                <a:solidFill>
                  <a:srgbClr val="1A1A1A"/>
                </a:solidFill>
                <a:latin typeface="Arial"/>
              </a:rPr>
              <a:t>port region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(orange), inside the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Raw cascade: 1 mm × 5 vs 5 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Close, but not exact: the error grows with frequency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928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w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518" y="1463040"/>
            <a:ext cx="9176203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73752"/>
            <a:ext cx="3383280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|S21|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within 0.1 dB to ~35 GHz, up to 0.61 dB at 55 GHz.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4873752"/>
            <a:ext cx="3383280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E2268"/>
                </a:solidFill>
                <a:latin typeface="Arial"/>
              </a:rPr>
              <a:t>|S11|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same −12 dB envelope (same Zc), minima shifted to lower f by 0.2–1 GHz.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873752"/>
            <a:ext cx="3383280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0013"/>
                </a:solidFill>
                <a:latin typeface="Arial"/>
              </a:rPr>
              <a:t>∠S21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cascade accumulates extra phase: ~6° at 30 GHz, ~15° at 60 GHz.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Every run carries the same, length-independent port artefact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Excess of each single run over the de-embedded line: identical for 0.5, 1 and 5 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69494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52" y="1463040"/>
            <a:ext cx="6082134" cy="2606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206240"/>
            <a:ext cx="6949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4280911"/>
            <a:ext cx="6858000" cy="19994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417320"/>
          <a:ext cx="4114799" cy="1920240"/>
        </p:xfrm>
        <a:graphic>
          <a:graphicData uri="http://schemas.openxmlformats.org/drawingml/2006/table">
            <a:tbl>
              <a:tblPr firstRow="0" bandRow="0"/>
              <a:tblGrid>
                <a:gridCol w="1537397"/>
                <a:gridCol w="859134"/>
                <a:gridCol w="859134"/>
                <a:gridCol w="85913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Excess per run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0.5 mm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1 mm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5 mm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phase @ 10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0.36°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0.21°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0.35°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phase @ 30 GHz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1.40°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1.42°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1.40°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phase @ 60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3.05°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3.44°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3.04°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loss @ 30 GHz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-0.030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-0.003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-0.035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3474720"/>
            <a:ext cx="4114800" cy="28803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547872"/>
            <a:ext cx="3840480" cy="2770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Reading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Excess = apparent γℓ of one run − true γℓ (4.5 mm de-embedding).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Phase: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1.4° at 30 GHz, ~3° at 60 GHz, the same at 10× different lengths → a fixed block at the ports, not the line.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Loss: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±0.03 dB, at the run-to-run noise level.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Model (dotted): two port regions, each a series L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+ shunt C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p</a:t>
            </a:r>
            <a:r>
              <a:rPr sz="11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What one port region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Series 2.8 pH + shunt 1.3 fF, fitted on all three runs: a pure phase delay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92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rt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80" y="1463040"/>
            <a:ext cx="9407078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754880"/>
          <a:ext cx="5760718" cy="1536192"/>
        </p:xfrm>
        <a:graphic>
          <a:graphicData uri="http://schemas.openxmlformats.org/drawingml/2006/table">
            <a:tbl>
              <a:tblPr firstRow="0" bandRow="0"/>
              <a:tblGrid>
                <a:gridCol w="942663"/>
                <a:gridCol w="1256884"/>
                <a:gridCol w="1047403"/>
                <a:gridCol w="1256884"/>
                <a:gridCol w="125688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f (GHz)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|S21| (dB)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∠S21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|S11| (dB)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extra line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+0.0003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-0.22°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-61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9.2 µm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+0.0007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-0.67°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9.5 µm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+0.0012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-1.34°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9.6 µm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475488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828032"/>
            <a:ext cx="5029200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Physical meaning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≈ 9.5 µm of extra line per port: the reference plane sits slightly inside the line, where the 2D port mode settles into the 3D field.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Line per unit length: 238 nH/m, 178 pF/m → 2.8 pH ≈ 12 µm, 1.3 fF ≈ 7 µm.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Two-length de-embedding: γ exact, Zc almost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Matrices do not commute: one port box survives, but it cannot change 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7040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e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5197"/>
            <a:ext cx="6949440" cy="21016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417320"/>
            <a:ext cx="4023360" cy="2377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90472"/>
            <a:ext cx="3749040" cy="22677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Why γ is clean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γ sits in the eigenvalues e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±γΔℓ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(trace); Zc in the eigenvectors (V/I of each wave).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P̃⁻¹(…)P̃ changes eigenvectors, never eigenvalues. tr(P̃⁻¹ L P̃) = tr(L).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50791"/>
            <a:ext cx="5257800" cy="22219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Extraction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cosh γΔℓ = (A + D)/2 → e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−γΔℓ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= A − √(A² − 1)  (root with |·| &lt; 1, passive line)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α = −ln|e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−γΔℓ</a:t>
            </a:r>
            <a:r>
              <a:rPr sz="1100" b="0" i="0">
                <a:solidFill>
                  <a:srgbClr val="1A1A1A"/>
                </a:solidFill>
                <a:latin typeface="Arial"/>
              </a:rPr>
              <a:t>| / Δℓ,   β = −unwrap∠e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−γΔℓ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/ Δℓ,   n_m = βc/ω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Phase unwrapped from DC: needs only a fine frequency grid, no resonance.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50791"/>
            <a:ext cx="5257800" cy="22219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Size of the Zc residue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Series r alone: Zc'² = Zc² − r². With the fitted port: (|Z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100" b="0" i="0">
                <a:solidFill>
                  <a:srgbClr val="1A1A1A"/>
                </a:solidFill>
                <a:latin typeface="Arial"/>
              </a:rPr>
              <a:t>|/Zc)², (ωC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p</a:t>
            </a:r>
            <a:r>
              <a:rPr sz="1100" b="0" i="0">
                <a:solidFill>
                  <a:srgbClr val="1A1A1A"/>
                </a:solidFill>
                <a:latin typeface="Arial"/>
              </a:rPr>
              <a:t>Zc)² ≈ 10</a:t>
            </a:r>
            <a:r>
              <a:rPr sz="1100" b="0" i="0" baseline="30000">
                <a:solidFill>
                  <a:srgbClr val="1A1A1A"/>
                </a:solidFill>
                <a:latin typeface="Arial"/>
              </a:rPr>
              <a:t>−4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→ ~0.01 %.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Scatter seen in √(B/C) (±1 %, spikes at βΔℓ = mπ where B, C → 0) is numerical, not residue.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Three de-embedded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4 mm and 4.5 mm agree; the 0.5 mm difference is too short to beat the run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92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ree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880" y="1463039"/>
            <a:ext cx="8627479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709160"/>
          <a:ext cx="5669280" cy="1645920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256032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α 4 / 0.5 / 4.5 mm (dB/cm)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n_m 4 / 0.5 / 4.5 mm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1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0.38 / 1.09 / 0.46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2.055 / 2.081 / 2.052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10 GHz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1.58 / 1.51 / 1.57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2.001 / 1.973 / 1.998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30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2.95 / 3.59 / 3.02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1.947 / 1.948 / 1.947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60 GHz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4.43 / 3.73 / 4.35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1.927 / 1.939 / 1.928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noise_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355" y="4709159"/>
            <a:ext cx="2354888" cy="16459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4709160"/>
            <a:ext cx="2834640" cy="16459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4782312"/>
            <a:ext cx="2560320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Why 0.5 mm fails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Each run: ~0.02 dB, ~0.2° noise. Divided by Δℓ: 8× worse at 0.5 mm than at 4 mm.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Rule: largest Δℓ for 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Predicting the 0.5 mm run from the 1 and 5 mm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0.5 mm data were not used: a blind test of the port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92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d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90" y="1463040"/>
            <a:ext cx="9041259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75488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20013"/>
                </a:solidFill>
                <a:latin typeface="Arial"/>
              </a:rPr>
              <a:t>1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γ from 5 − 1 mm (trace)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475488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480060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20013"/>
                </a:solidFill>
                <a:latin typeface="Arial"/>
              </a:rPr>
              <a:t>2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fit L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050" b="0" i="0">
                <a:solidFill>
                  <a:srgbClr val="1A1A1A"/>
                </a:solidFill>
                <a:latin typeface="Arial"/>
              </a:rPr>
              <a:t>, C</a:t>
            </a:r>
            <a:r>
              <a:rPr sz="1050" b="0" i="0" baseline="-25000">
                <a:solidFill>
                  <a:srgbClr val="1A1A1A"/>
                </a:solidFill>
                <a:latin typeface="Arial"/>
              </a:rPr>
              <a:t>p</a:t>
            </a:r>
            <a:r>
              <a:rPr sz="1050" b="0" i="0">
                <a:solidFill>
                  <a:srgbClr val="1A1A1A"/>
                </a:solidFill>
                <a:latin typeface="Arial"/>
              </a:rPr>
              <a:t>, Zc to the 1 and 5 mm S11, S21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75488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480060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20013"/>
                </a:solidFill>
                <a:latin typeface="Arial"/>
              </a:rPr>
              <a:t>3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T = P · L(0.5 mm) · P̃ → S at 50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4754880"/>
            <a:ext cx="1737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2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480060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20013"/>
                </a:solidFill>
                <a:latin typeface="Arial"/>
              </a:rPr>
              <a:t>4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compare with CST 0.5 mm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092440" y="4754880"/>
          <a:ext cx="3657599" cy="1316736"/>
        </p:xfrm>
        <a:graphic>
          <a:graphicData uri="http://schemas.openxmlformats.org/drawingml/2006/table">
            <a:tbl>
              <a:tblPr firstRow="0" bandRow="0"/>
              <a:tblGrid>
                <a:gridCol w="713678"/>
                <a:gridCol w="892097"/>
                <a:gridCol w="981307"/>
                <a:gridCol w="107051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 (GHz)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Δ|S21|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Δ∠S21 model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Δ∠S21 no ports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-0.014 dB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-0.13°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+0.31°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-0.002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-0.10°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+1.20°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+0.020 dB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-0.06°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Arial"/>
                        </a:rPr>
                        <a:t>+2.49°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897880"/>
            <a:ext cx="7498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Model: ≤ 0.02 dB, ≤ 0.2°. Without the port model the phase is off by 1.2° at 30 GHz, 2.5° at 60 GHz.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5 mm CST run vs the clean 4.5 mm-derived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Clean line alone misses only the port phase; adding the two port regions closes the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92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5_v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90" y="1463040"/>
            <a:ext cx="9041259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800600"/>
          <a:ext cx="6766560" cy="123444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1280160"/>
                <a:gridCol w="1417320"/>
                <a:gridCol w="1417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max Δ|S21|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Δ∠S21 @ 30 GHz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Δ∠S21 @ 60 GHz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</a:rPr>
                        <a:t>clean line (γ 4.5 mm, Zc fit)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0.08 dB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+1.40°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+2.98°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</a:rPr>
                        <a:t>clean line + 2 port regions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0.08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+0.11°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+0.40°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4754880"/>
            <a:ext cx="4297680" cy="15544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4828032"/>
            <a:ext cx="4023360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|S11|, |S21| differences ≤ 0.08 dB, at noise level, both ways.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Phase difference = 2 port regions (1.4° at 30 GHz), as predicted.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Port-free lines from a single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Remove both port regions: L(ℓ) = P⁻¹ · T_run · P̃⁻¹  (P from the 1 + 5 mm fit)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75895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cted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11" y="1463040"/>
            <a:ext cx="6986696" cy="28803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417320"/>
          <a:ext cx="3520437" cy="1536192"/>
        </p:xfrm>
        <a:graphic>
          <a:graphicData uri="http://schemas.openxmlformats.org/drawingml/2006/table">
            <a:tbl>
              <a:tblPr firstRow="0" bandRow="0"/>
              <a:tblGrid>
                <a:gridCol w="1245033"/>
                <a:gridCol w="601050"/>
                <a:gridCol w="858643"/>
                <a:gridCol w="81571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n_m from one run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raw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port-corrected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4.5 mm de-emb.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0.5 mm @ 10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2.057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1.984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0.5 mm @ 30 GHz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2.025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0.5 mm @ 60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2.013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1.939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1.928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31089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3182112"/>
            <a:ext cx="3246120" cy="11704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Independent test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0.5 mm run was not used to build P: its n_m error drops from 3–4 % to &lt; 1 %.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5532120" cy="17373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45152"/>
            <a:ext cx="5257800" cy="16276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What it fixes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Phase / n_m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from one run, any length (the artefact is phase).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Port-free Touchstones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of each run: docs/cst/cascade/cleaned/.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Future runs with the same ports and mesh: one length enough for n_m.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532120" cy="17373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645152"/>
            <a:ext cx="5257800" cy="16276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20013"/>
                </a:solidFill>
                <a:latin typeface="Arial"/>
              </a:rPr>
              <a:t>What it cannot fix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α from one short run</a:t>
            </a:r>
            <a:r>
              <a:rPr sz="1100" b="0" i="0">
                <a:solidFill>
                  <a:srgbClr val="1A1A1A"/>
                </a:solidFill>
                <a:latin typeface="Arial"/>
              </a:rPr>
              <a:t>: run noise (~0.02 dB) ÷ length. Loss still needs a length difference.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 must be re-characterised for a new cross-section or port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n_m: resonance (FSR) method vs ABCD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Why 2 mm was thought to be the minimum, and why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75895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4" y="1463040"/>
            <a:ext cx="6290951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4173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490472"/>
            <a:ext cx="3246120" cy="2542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2268"/>
                </a:solidFill>
                <a:latin typeface="Arial"/>
              </a:rPr>
              <a:t>FSR method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Mismatched line: S11 = Γ(1 − e</a:t>
            </a:r>
            <a:r>
              <a:rPr sz="1050" b="0" i="0" baseline="30000">
                <a:solidFill>
                  <a:srgbClr val="1A1A1A"/>
                </a:solidFill>
                <a:latin typeface="Arial"/>
              </a:rPr>
              <a:t>−2γL</a:t>
            </a:r>
            <a:r>
              <a:rPr sz="1050" b="0" i="0">
                <a:solidFill>
                  <a:srgbClr val="1A1A1A"/>
                </a:solidFill>
                <a:latin typeface="Arial"/>
              </a:rPr>
              <a:t>)/(1 − Γ²e</a:t>
            </a:r>
            <a:r>
              <a:rPr sz="1050" b="0" i="0" baseline="30000">
                <a:solidFill>
                  <a:srgbClr val="1A1A1A"/>
                </a:solidFill>
                <a:latin typeface="Arial"/>
              </a:rPr>
              <a:t>−2γL</a:t>
            </a:r>
            <a:r>
              <a:rPr sz="1050" b="0" i="0">
                <a:solidFill>
                  <a:srgbClr val="1A1A1A"/>
                </a:solidFill>
                <a:latin typeface="Arial"/>
              </a:rPr>
              <a:t>) → minima at βL = mπ: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n_m = m·c / (2 L f_m)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One minimum in band needs L ≥ c/(2 n_m f_max) ≈ 1.3 mm at 60 GHz → '2 mm'.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4754879" cy="1463040"/>
        </p:xfrm>
        <a:graphic>
          <a:graphicData uri="http://schemas.openxmlformats.org/drawingml/2006/table">
            <a:tbl>
              <a:tblPr firstRow="0" bandRow="0"/>
              <a:tblGrid>
                <a:gridCol w="570585"/>
                <a:gridCol w="1331366"/>
                <a:gridCol w="1426464"/>
                <a:gridCol w="142646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f_m (GHz)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n_m (FSR)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n_m (ABCD)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15.18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1.975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1.98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30.78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46.62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1.94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40680" y="4251960"/>
            <a:ext cx="6309360" cy="20574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4325112"/>
            <a:ext cx="6035040" cy="1947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Take-aways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Both agree where minima exist; ABCD gives n_m at every frequency, any length.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Minima spacing gives the RF </a:t>
            </a:r>
            <a:r>
              <a:rPr sz="1100" b="1" i="0">
                <a:solidFill>
                  <a:srgbClr val="1A1A1A"/>
                </a:solidFill>
                <a:latin typeface="Arial"/>
              </a:rPr>
              <a:t>group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index c/(2LΔf) = 1.92, 1.89, not the phase index n_m that sets walk-off (2–3 % error).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Short runs are fine for n_m with ABCD; their limit is the port share (now modelled) and noise for 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What this means for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Segments from γ and Zc, not from raw Touchstones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57784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303520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E2268"/>
                </a:solidFill>
                <a:latin typeface="Arial"/>
              </a:rPr>
              <a:t>Electrical cascade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Exact for any number of segments (ABCD identity).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More, shorter CST segments do not help: port share grows.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57784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36192"/>
            <a:ext cx="5303520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E2268"/>
                </a:solidFill>
                <a:latin typeface="Arial"/>
              </a:rPr>
              <a:t>Electro-optic sampling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 lumped OMs sample V(z) at points: error ∝ (βΔz)² → Δz ≪ RF wavelength (~0.1 mm at 100 GHz).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TL scripted element: exact closed-form integral, one element per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557784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59352"/>
            <a:ext cx="5303520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E2268"/>
                </a:solidFill>
                <a:latin typeface="Arial"/>
              </a:rPr>
              <a:t>Frequency → time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S-matrix becomes an FIR filter; outside a Compound every pass adds latency → wrong ripple (0.45–2.8 dB).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Fix: Compound with scattering data analysis (0.04 dB, 0.4°).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57784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959352"/>
            <a:ext cx="5303520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20013"/>
                </a:solidFill>
                <a:latin typeface="Arial"/>
              </a:rPr>
              <a:t>Crosstalk: not yet covered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Needs coupled lines: 2 modes, 4×4 S-matrix, modulation per line from both modes, victim terminations.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Same de-embedding: eigenvalues of T_s⁻¹T_l give γ</a:t>
            </a:r>
            <a:r>
              <a:rPr sz="1400" b="0" i="0" baseline="-25000">
                <a:solidFill>
                  <a:srgbClr val="1A1A1A"/>
                </a:solidFill>
                <a:latin typeface="Arial"/>
              </a:rPr>
              <a:t>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γ</a:t>
            </a:r>
            <a:r>
              <a:rPr sz="1400" b="0" i="0" baseline="-25000">
                <a:solidFill>
                  <a:srgbClr val="1A1A1A"/>
                </a:solidFill>
                <a:latin typeface="Arial"/>
              </a:rPr>
              <a:t>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exactly.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Summary and 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92840" cy="3328416"/>
        </p:xfrm>
        <a:graphic>
          <a:graphicData uri="http://schemas.openxmlformats.org/drawingml/2006/table">
            <a:tbl>
              <a:tblPr firstRow="0" bandRow="0"/>
              <a:tblGrid>
                <a:gridCol w="6400800"/>
                <a:gridCol w="48920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Cascading identical lines adds no mismatch; reference choice is bookkeeping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ideal line 2·10</a:t>
                      </a:r>
                      <a:r>
                        <a:rPr sz="13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−15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renormalised gap unchanged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Every CST run has a fixed port artefact: ~9.5 µm of extra line per port, phase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excess phase identical at 0.5 / 1 / 5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Port region = 2.8 pH series + 1.3 fF shunt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blind prediction of 0.5 mm: ≤ 0.02 dB, ≤ 0.2°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γ from two lengths is exact; take the largest Δℓ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 mm and 4.5 mm agree (n_m ± 0.003)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Zc residue ~0.01 %; Zc ≈ 37.3 / 36.6 / 36.4 Ω at 10 / 30 / 60 GHz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port-model fit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Port-free lines from one run (phase); α still needs a length difference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0.5 mm n_m error 3–4 % → &lt; 1 %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09160"/>
            <a:ext cx="11292840" cy="1600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782312"/>
            <a:ext cx="11018519" cy="1490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1  Line tables for INTERCONNECT: γ (4.5 mm pair) + Zc (fit); check a 5 mm line in INTERCONNECT against CST.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2  Optional CST check: port de-embedding of ~10 µm or a longer lead-in should remove the phase artefact.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3  Crosstalk: derivation of coupled lines first, then CST coupled pair at two lengths, then a 4-port scripted element.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466</Words>
  <Application>Microsoft Office PowerPoint</Application>
  <PresentationFormat>Widescreen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29</cp:revision>
  <dcterms:created xsi:type="dcterms:W3CDTF">2025-12-17T10:39:38Z</dcterms:created>
  <dcterms:modified xsi:type="dcterms:W3CDTF">2026-09-28T09:09:54Z</dcterms:modified>
</cp:coreProperties>
</file>